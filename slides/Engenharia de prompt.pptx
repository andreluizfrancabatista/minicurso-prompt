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62" r:id="rId9"/>
    <p:sldId id="264" r:id="rId10"/>
    <p:sldId id="263" r:id="rId11"/>
    <p:sldId id="272" r:id="rId12"/>
    <p:sldId id="266" r:id="rId13"/>
    <p:sldId id="267" r:id="rId14"/>
    <p:sldId id="268" r:id="rId15"/>
    <p:sldId id="271" r:id="rId16"/>
    <p:sldId id="270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1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11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11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image" Target="../media/image47.svg"/><Relationship Id="rId5" Type="http://schemas.openxmlformats.org/officeDocument/2006/relationships/image" Target="../media/image15.svg"/><Relationship Id="rId4" Type="http://schemas.openxmlformats.org/officeDocument/2006/relationships/image" Target="../media/image5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1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11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11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image" Target="../media/image47.svg"/><Relationship Id="rId5" Type="http://schemas.openxmlformats.org/officeDocument/2006/relationships/image" Target="../media/image15.svg"/><Relationship Id="rId4" Type="http://schemas.openxmlformats.org/officeDocument/2006/relationships/image" Target="../media/image5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9344B9-DC44-45BD-AF7F-A41DA18A6B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4BF82F-CB8C-4A46-B04D-1DAE1DA1CA6D}">
      <dgm:prSet/>
      <dgm:spPr/>
      <dgm:t>
        <a:bodyPr/>
        <a:lstStyle/>
        <a:p>
          <a:r>
            <a:rPr lang="pt-BR" b="1"/>
            <a:t>O que é:</a:t>
          </a:r>
          <a:r>
            <a:rPr lang="pt-BR"/>
            <a:t> fornecer exemplos do resultado esperado dentro do próprio prompt.</a:t>
          </a:r>
          <a:endParaRPr lang="en-US"/>
        </a:p>
      </dgm:t>
    </dgm:pt>
    <dgm:pt modelId="{F713005B-EBC1-4057-8D98-F88733594435}" type="parTrans" cxnId="{710BE7DE-8693-42E0-A95B-13F7AFF6B8D9}">
      <dgm:prSet/>
      <dgm:spPr/>
      <dgm:t>
        <a:bodyPr/>
        <a:lstStyle/>
        <a:p>
          <a:endParaRPr lang="en-US"/>
        </a:p>
      </dgm:t>
    </dgm:pt>
    <dgm:pt modelId="{F466FB6E-A5C1-4AF7-884E-00D9DFB3FAA9}" type="sibTrans" cxnId="{710BE7DE-8693-42E0-A95B-13F7AFF6B8D9}">
      <dgm:prSet/>
      <dgm:spPr/>
      <dgm:t>
        <a:bodyPr/>
        <a:lstStyle/>
        <a:p>
          <a:endParaRPr lang="en-US"/>
        </a:p>
      </dgm:t>
    </dgm:pt>
    <dgm:pt modelId="{F25CC251-A591-420D-B867-39CA4094BA46}">
      <dgm:prSet/>
      <dgm:spPr/>
      <dgm:t>
        <a:bodyPr/>
        <a:lstStyle/>
        <a:p>
          <a:r>
            <a:rPr lang="pt-BR" b="1"/>
            <a:t>Princípio:</a:t>
          </a:r>
          <a:r>
            <a:rPr lang="pt-BR"/>
            <a:t> modelos de linguagem aprendem padrões - mostrar é mais eficaz do que descrever.</a:t>
          </a:r>
          <a:endParaRPr lang="en-US"/>
        </a:p>
      </dgm:t>
    </dgm:pt>
    <dgm:pt modelId="{EBE07AF7-D237-4E88-95F8-2E9A81E0A793}" type="parTrans" cxnId="{4D5321C1-CEFF-4E54-8A69-7E50D4DE25A2}">
      <dgm:prSet/>
      <dgm:spPr/>
      <dgm:t>
        <a:bodyPr/>
        <a:lstStyle/>
        <a:p>
          <a:endParaRPr lang="en-US"/>
        </a:p>
      </dgm:t>
    </dgm:pt>
    <dgm:pt modelId="{E5339151-C89F-4A53-9F1E-9B0A8705E08C}" type="sibTrans" cxnId="{4D5321C1-CEFF-4E54-8A69-7E50D4DE25A2}">
      <dgm:prSet/>
      <dgm:spPr/>
      <dgm:t>
        <a:bodyPr/>
        <a:lstStyle/>
        <a:p>
          <a:endParaRPr lang="en-US"/>
        </a:p>
      </dgm:t>
    </dgm:pt>
    <dgm:pt modelId="{7CB2B82F-18F4-4385-AEF6-A82DFC927EF9}">
      <dgm:prSet/>
      <dgm:spPr/>
      <dgm:t>
        <a:bodyPr/>
        <a:lstStyle/>
        <a:p>
          <a:r>
            <a:rPr lang="pt-BR" b="1"/>
            <a:t>Quando usar:</a:t>
          </a:r>
          <a:r>
            <a:rPr lang="pt-BR"/>
            <a:t> tarefas com formato específico, tom ou estilo bem definidos.</a:t>
          </a:r>
          <a:endParaRPr lang="en-US"/>
        </a:p>
      </dgm:t>
    </dgm:pt>
    <dgm:pt modelId="{43BE2A56-156A-4977-9EB3-7C28B4C8E76E}" type="parTrans" cxnId="{EBC8C1F7-F319-43C8-92FE-D1E5C5AA90C3}">
      <dgm:prSet/>
      <dgm:spPr/>
      <dgm:t>
        <a:bodyPr/>
        <a:lstStyle/>
        <a:p>
          <a:endParaRPr lang="en-US"/>
        </a:p>
      </dgm:t>
    </dgm:pt>
    <dgm:pt modelId="{2E59F99E-0366-4C72-BAD5-44ABEF8E3116}" type="sibTrans" cxnId="{EBC8C1F7-F319-43C8-92FE-D1E5C5AA90C3}">
      <dgm:prSet/>
      <dgm:spPr/>
      <dgm:t>
        <a:bodyPr/>
        <a:lstStyle/>
        <a:p>
          <a:endParaRPr lang="en-US"/>
        </a:p>
      </dgm:t>
    </dgm:pt>
    <dgm:pt modelId="{7E8B2CEB-75A4-490F-B6A1-E987F75B284E}">
      <dgm:prSet/>
      <dgm:spPr/>
      <dgm:t>
        <a:bodyPr/>
        <a:lstStyle/>
        <a:p>
          <a:r>
            <a:rPr lang="pt-BR" b="1"/>
            <a:t>Quantos exemplos:</a:t>
          </a:r>
          <a:r>
            <a:rPr lang="pt-BR"/>
            <a:t> 2 a 5 costumam ser suficientes.</a:t>
          </a:r>
          <a:endParaRPr lang="en-US"/>
        </a:p>
      </dgm:t>
    </dgm:pt>
    <dgm:pt modelId="{653E2DEF-EC4B-4D00-96CD-88753C96BA28}" type="parTrans" cxnId="{D8658FF6-710E-4E2F-BAA1-252BAB42F24D}">
      <dgm:prSet/>
      <dgm:spPr/>
      <dgm:t>
        <a:bodyPr/>
        <a:lstStyle/>
        <a:p>
          <a:endParaRPr lang="en-US"/>
        </a:p>
      </dgm:t>
    </dgm:pt>
    <dgm:pt modelId="{7B827658-013B-4730-BAD6-934F9C11CE74}" type="sibTrans" cxnId="{D8658FF6-710E-4E2F-BAA1-252BAB42F24D}">
      <dgm:prSet/>
      <dgm:spPr/>
      <dgm:t>
        <a:bodyPr/>
        <a:lstStyle/>
        <a:p>
          <a:endParaRPr lang="en-US"/>
        </a:p>
      </dgm:t>
    </dgm:pt>
    <dgm:pt modelId="{1E29C210-E660-4139-A429-291D4B3803A5}">
      <dgm:prSet/>
      <dgm:spPr/>
      <dgm:t>
        <a:bodyPr/>
        <a:lstStyle/>
        <a:p>
          <a:r>
            <a:rPr lang="pt-BR" b="1"/>
            <a:t>Variação:</a:t>
          </a:r>
          <a:r>
            <a:rPr lang="pt-BR"/>
            <a:t> </a:t>
          </a:r>
          <a:r>
            <a:rPr lang="pt-BR" i="1"/>
            <a:t>Zero-Shot</a:t>
          </a:r>
          <a:r>
            <a:rPr lang="pt-BR"/>
            <a:t> (sem exemplos) × </a:t>
          </a:r>
          <a:r>
            <a:rPr lang="pt-BR" i="1"/>
            <a:t>Few-Shot</a:t>
          </a:r>
          <a:r>
            <a:rPr lang="pt-BR"/>
            <a:t> (com exemplos)</a:t>
          </a:r>
          <a:endParaRPr lang="en-US"/>
        </a:p>
      </dgm:t>
    </dgm:pt>
    <dgm:pt modelId="{B7A1ADC8-AA3C-4C50-A3BD-EAAF118351E4}" type="parTrans" cxnId="{BEA37B8E-EAE7-4C85-BFBE-93A0C17B0DFD}">
      <dgm:prSet/>
      <dgm:spPr/>
      <dgm:t>
        <a:bodyPr/>
        <a:lstStyle/>
        <a:p>
          <a:endParaRPr lang="en-US"/>
        </a:p>
      </dgm:t>
    </dgm:pt>
    <dgm:pt modelId="{3305446C-8B56-47A8-B46F-9B891F307520}" type="sibTrans" cxnId="{BEA37B8E-EAE7-4C85-BFBE-93A0C17B0DFD}">
      <dgm:prSet/>
      <dgm:spPr/>
      <dgm:t>
        <a:bodyPr/>
        <a:lstStyle/>
        <a:p>
          <a:endParaRPr lang="en-US"/>
        </a:p>
      </dgm:t>
    </dgm:pt>
    <dgm:pt modelId="{F03E6F2A-0CCA-4AE5-B0AC-54D6F4EB393D}" type="pres">
      <dgm:prSet presAssocID="{7F9344B9-DC44-45BD-AF7F-A41DA18A6BE2}" presName="root" presStyleCnt="0">
        <dgm:presLayoutVars>
          <dgm:dir/>
          <dgm:resizeHandles val="exact"/>
        </dgm:presLayoutVars>
      </dgm:prSet>
      <dgm:spPr/>
    </dgm:pt>
    <dgm:pt modelId="{E7607D14-8BDA-4DE9-94D9-28CCE31908BE}" type="pres">
      <dgm:prSet presAssocID="{4F4BF82F-CB8C-4A46-B04D-1DAE1DA1CA6D}" presName="compNode" presStyleCnt="0"/>
      <dgm:spPr/>
    </dgm:pt>
    <dgm:pt modelId="{63495F0C-7D6C-4083-B103-C0D08CE5F1D7}" type="pres">
      <dgm:prSet presAssocID="{4F4BF82F-CB8C-4A46-B04D-1DAE1DA1CA6D}" presName="bgRect" presStyleLbl="bgShp" presStyleIdx="0" presStyleCnt="5"/>
      <dgm:spPr/>
    </dgm:pt>
    <dgm:pt modelId="{589FA77A-5BF9-47D0-887B-E8E936574CF9}" type="pres">
      <dgm:prSet presAssocID="{4F4BF82F-CB8C-4A46-B04D-1DAE1DA1CA6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65121A75-4609-4AD8-A157-E8A93CBAA4E5}" type="pres">
      <dgm:prSet presAssocID="{4F4BF82F-CB8C-4A46-B04D-1DAE1DA1CA6D}" presName="spaceRect" presStyleCnt="0"/>
      <dgm:spPr/>
    </dgm:pt>
    <dgm:pt modelId="{2B6184B7-9DDC-4BF9-82D0-6DE2165B8EC0}" type="pres">
      <dgm:prSet presAssocID="{4F4BF82F-CB8C-4A46-B04D-1DAE1DA1CA6D}" presName="parTx" presStyleLbl="revTx" presStyleIdx="0" presStyleCnt="5">
        <dgm:presLayoutVars>
          <dgm:chMax val="0"/>
          <dgm:chPref val="0"/>
        </dgm:presLayoutVars>
      </dgm:prSet>
      <dgm:spPr/>
    </dgm:pt>
    <dgm:pt modelId="{74983B64-01B1-42EF-967D-E625B2463C44}" type="pres">
      <dgm:prSet presAssocID="{F466FB6E-A5C1-4AF7-884E-00D9DFB3FAA9}" presName="sibTrans" presStyleCnt="0"/>
      <dgm:spPr/>
    </dgm:pt>
    <dgm:pt modelId="{14DBAE2A-BD7E-431D-AD5D-153F07C97E69}" type="pres">
      <dgm:prSet presAssocID="{F25CC251-A591-420D-B867-39CA4094BA46}" presName="compNode" presStyleCnt="0"/>
      <dgm:spPr/>
    </dgm:pt>
    <dgm:pt modelId="{C49EE975-2534-47B5-BE8B-DC105BF8FF85}" type="pres">
      <dgm:prSet presAssocID="{F25CC251-A591-420D-B867-39CA4094BA46}" presName="bgRect" presStyleLbl="bgShp" presStyleIdx="1" presStyleCnt="5"/>
      <dgm:spPr/>
    </dgm:pt>
    <dgm:pt modelId="{5BE516C0-4056-4A2F-A0A9-71EDD1798896}" type="pres">
      <dgm:prSet presAssocID="{F25CC251-A591-420D-B867-39CA4094BA4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3C2267B6-783A-4005-873C-0F140DC4FEB8}" type="pres">
      <dgm:prSet presAssocID="{F25CC251-A591-420D-B867-39CA4094BA46}" presName="spaceRect" presStyleCnt="0"/>
      <dgm:spPr/>
    </dgm:pt>
    <dgm:pt modelId="{B6BD12FE-1BAF-4058-8BC3-79993FA7B6DA}" type="pres">
      <dgm:prSet presAssocID="{F25CC251-A591-420D-B867-39CA4094BA46}" presName="parTx" presStyleLbl="revTx" presStyleIdx="1" presStyleCnt="5">
        <dgm:presLayoutVars>
          <dgm:chMax val="0"/>
          <dgm:chPref val="0"/>
        </dgm:presLayoutVars>
      </dgm:prSet>
      <dgm:spPr/>
    </dgm:pt>
    <dgm:pt modelId="{DCF96AD7-5681-448C-AA02-129760F8C3EF}" type="pres">
      <dgm:prSet presAssocID="{E5339151-C89F-4A53-9F1E-9B0A8705E08C}" presName="sibTrans" presStyleCnt="0"/>
      <dgm:spPr/>
    </dgm:pt>
    <dgm:pt modelId="{DBE49A09-99D3-4119-95B7-F83875320EDD}" type="pres">
      <dgm:prSet presAssocID="{7CB2B82F-18F4-4385-AEF6-A82DFC927EF9}" presName="compNode" presStyleCnt="0"/>
      <dgm:spPr/>
    </dgm:pt>
    <dgm:pt modelId="{162E5DDE-5183-44B5-8CCE-C572FF2AFA05}" type="pres">
      <dgm:prSet presAssocID="{7CB2B82F-18F4-4385-AEF6-A82DFC927EF9}" presName="bgRect" presStyleLbl="bgShp" presStyleIdx="2" presStyleCnt="5"/>
      <dgm:spPr/>
    </dgm:pt>
    <dgm:pt modelId="{90660B5F-7750-4CD3-B5DC-80A81784601A}" type="pres">
      <dgm:prSet presAssocID="{7CB2B82F-18F4-4385-AEF6-A82DFC927EF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C28C816D-CB62-48E1-A0A9-4C7233F928E4}" type="pres">
      <dgm:prSet presAssocID="{7CB2B82F-18F4-4385-AEF6-A82DFC927EF9}" presName="spaceRect" presStyleCnt="0"/>
      <dgm:spPr/>
    </dgm:pt>
    <dgm:pt modelId="{45EAED1E-F578-476F-93C7-397225215D06}" type="pres">
      <dgm:prSet presAssocID="{7CB2B82F-18F4-4385-AEF6-A82DFC927EF9}" presName="parTx" presStyleLbl="revTx" presStyleIdx="2" presStyleCnt="5">
        <dgm:presLayoutVars>
          <dgm:chMax val="0"/>
          <dgm:chPref val="0"/>
        </dgm:presLayoutVars>
      </dgm:prSet>
      <dgm:spPr/>
    </dgm:pt>
    <dgm:pt modelId="{888DF0E3-ED93-495A-829D-D82A46B9A4A5}" type="pres">
      <dgm:prSet presAssocID="{2E59F99E-0366-4C72-BAD5-44ABEF8E3116}" presName="sibTrans" presStyleCnt="0"/>
      <dgm:spPr/>
    </dgm:pt>
    <dgm:pt modelId="{ED2FFE4E-09B1-4605-BBEF-36A1EA6497C8}" type="pres">
      <dgm:prSet presAssocID="{7E8B2CEB-75A4-490F-B6A1-E987F75B284E}" presName="compNode" presStyleCnt="0"/>
      <dgm:spPr/>
    </dgm:pt>
    <dgm:pt modelId="{CDF3798D-9BD0-429E-B000-9150557C6FD3}" type="pres">
      <dgm:prSet presAssocID="{7E8B2CEB-75A4-490F-B6A1-E987F75B284E}" presName="bgRect" presStyleLbl="bgShp" presStyleIdx="3" presStyleCnt="5"/>
      <dgm:spPr/>
    </dgm:pt>
    <dgm:pt modelId="{1D9EB147-D89E-45AF-890A-762EAA673E5C}" type="pres">
      <dgm:prSet presAssocID="{7E8B2CEB-75A4-490F-B6A1-E987F75B284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655DECE-5219-4DA3-8CED-06BD8E554CEB}" type="pres">
      <dgm:prSet presAssocID="{7E8B2CEB-75A4-490F-B6A1-E987F75B284E}" presName="spaceRect" presStyleCnt="0"/>
      <dgm:spPr/>
    </dgm:pt>
    <dgm:pt modelId="{296694D1-F932-4FFD-AF0C-7CAFE6D2B102}" type="pres">
      <dgm:prSet presAssocID="{7E8B2CEB-75A4-490F-B6A1-E987F75B284E}" presName="parTx" presStyleLbl="revTx" presStyleIdx="3" presStyleCnt="5">
        <dgm:presLayoutVars>
          <dgm:chMax val="0"/>
          <dgm:chPref val="0"/>
        </dgm:presLayoutVars>
      </dgm:prSet>
      <dgm:spPr/>
    </dgm:pt>
    <dgm:pt modelId="{6A890CDE-640A-4E51-A4E2-073CBFD00000}" type="pres">
      <dgm:prSet presAssocID="{7B827658-013B-4730-BAD6-934F9C11CE74}" presName="sibTrans" presStyleCnt="0"/>
      <dgm:spPr/>
    </dgm:pt>
    <dgm:pt modelId="{A91C54F6-4FB7-4667-876C-E856F6C14FFF}" type="pres">
      <dgm:prSet presAssocID="{1E29C210-E660-4139-A429-291D4B3803A5}" presName="compNode" presStyleCnt="0"/>
      <dgm:spPr/>
    </dgm:pt>
    <dgm:pt modelId="{43BD2A16-8D79-4F4F-9384-40A545ACF208}" type="pres">
      <dgm:prSet presAssocID="{1E29C210-E660-4139-A429-291D4B3803A5}" presName="bgRect" presStyleLbl="bgShp" presStyleIdx="4" presStyleCnt="5"/>
      <dgm:spPr/>
    </dgm:pt>
    <dgm:pt modelId="{BEF1929C-FE7D-478B-9F29-9E7C951B9D40}" type="pres">
      <dgm:prSet presAssocID="{1E29C210-E660-4139-A429-291D4B3803A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9A8FF59-3579-49F5-8412-A082E9BC6061}" type="pres">
      <dgm:prSet presAssocID="{1E29C210-E660-4139-A429-291D4B3803A5}" presName="spaceRect" presStyleCnt="0"/>
      <dgm:spPr/>
    </dgm:pt>
    <dgm:pt modelId="{35EC81FF-9708-4834-907A-1148F8B0F0D8}" type="pres">
      <dgm:prSet presAssocID="{1E29C210-E660-4139-A429-291D4B3803A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EDF352B-60B8-4E67-A47E-648309D48711}" type="presOf" srcId="{7E8B2CEB-75A4-490F-B6A1-E987F75B284E}" destId="{296694D1-F932-4FFD-AF0C-7CAFE6D2B102}" srcOrd="0" destOrd="0" presId="urn:microsoft.com/office/officeart/2018/2/layout/IconVerticalSolidList"/>
    <dgm:cxn modelId="{A0240330-3EC8-45E2-9602-2ED1C3D0E9C8}" type="presOf" srcId="{4F4BF82F-CB8C-4A46-B04D-1DAE1DA1CA6D}" destId="{2B6184B7-9DDC-4BF9-82D0-6DE2165B8EC0}" srcOrd="0" destOrd="0" presId="urn:microsoft.com/office/officeart/2018/2/layout/IconVerticalSolidList"/>
    <dgm:cxn modelId="{853B9432-56AC-4872-A46E-077AF1891352}" type="presOf" srcId="{F25CC251-A591-420D-B867-39CA4094BA46}" destId="{B6BD12FE-1BAF-4058-8BC3-79993FA7B6DA}" srcOrd="0" destOrd="0" presId="urn:microsoft.com/office/officeart/2018/2/layout/IconVerticalSolidList"/>
    <dgm:cxn modelId="{11FF8852-BC56-49A0-9890-D89C2B400C42}" type="presOf" srcId="{1E29C210-E660-4139-A429-291D4B3803A5}" destId="{35EC81FF-9708-4834-907A-1148F8B0F0D8}" srcOrd="0" destOrd="0" presId="urn:microsoft.com/office/officeart/2018/2/layout/IconVerticalSolidList"/>
    <dgm:cxn modelId="{BEA37B8E-EAE7-4C85-BFBE-93A0C17B0DFD}" srcId="{7F9344B9-DC44-45BD-AF7F-A41DA18A6BE2}" destId="{1E29C210-E660-4139-A429-291D4B3803A5}" srcOrd="4" destOrd="0" parTransId="{B7A1ADC8-AA3C-4C50-A3BD-EAAF118351E4}" sibTransId="{3305446C-8B56-47A8-B46F-9B891F307520}"/>
    <dgm:cxn modelId="{B5CC1AB2-4AEB-4785-840B-C4DCAB49D32B}" type="presOf" srcId="{7F9344B9-DC44-45BD-AF7F-A41DA18A6BE2}" destId="{F03E6F2A-0CCA-4AE5-B0AC-54D6F4EB393D}" srcOrd="0" destOrd="0" presId="urn:microsoft.com/office/officeart/2018/2/layout/IconVerticalSolidList"/>
    <dgm:cxn modelId="{4D5321C1-CEFF-4E54-8A69-7E50D4DE25A2}" srcId="{7F9344B9-DC44-45BD-AF7F-A41DA18A6BE2}" destId="{F25CC251-A591-420D-B867-39CA4094BA46}" srcOrd="1" destOrd="0" parTransId="{EBE07AF7-D237-4E88-95F8-2E9A81E0A793}" sibTransId="{E5339151-C89F-4A53-9F1E-9B0A8705E08C}"/>
    <dgm:cxn modelId="{710BE7DE-8693-42E0-A95B-13F7AFF6B8D9}" srcId="{7F9344B9-DC44-45BD-AF7F-A41DA18A6BE2}" destId="{4F4BF82F-CB8C-4A46-B04D-1DAE1DA1CA6D}" srcOrd="0" destOrd="0" parTransId="{F713005B-EBC1-4057-8D98-F88733594435}" sibTransId="{F466FB6E-A5C1-4AF7-884E-00D9DFB3FAA9}"/>
    <dgm:cxn modelId="{9C00BDE2-526D-4062-AD1C-16786A9874C0}" type="presOf" srcId="{7CB2B82F-18F4-4385-AEF6-A82DFC927EF9}" destId="{45EAED1E-F578-476F-93C7-397225215D06}" srcOrd="0" destOrd="0" presId="urn:microsoft.com/office/officeart/2018/2/layout/IconVerticalSolidList"/>
    <dgm:cxn modelId="{D8658FF6-710E-4E2F-BAA1-252BAB42F24D}" srcId="{7F9344B9-DC44-45BD-AF7F-A41DA18A6BE2}" destId="{7E8B2CEB-75A4-490F-B6A1-E987F75B284E}" srcOrd="3" destOrd="0" parTransId="{653E2DEF-EC4B-4D00-96CD-88753C96BA28}" sibTransId="{7B827658-013B-4730-BAD6-934F9C11CE74}"/>
    <dgm:cxn modelId="{EBC8C1F7-F319-43C8-92FE-D1E5C5AA90C3}" srcId="{7F9344B9-DC44-45BD-AF7F-A41DA18A6BE2}" destId="{7CB2B82F-18F4-4385-AEF6-A82DFC927EF9}" srcOrd="2" destOrd="0" parTransId="{43BE2A56-156A-4977-9EB3-7C28B4C8E76E}" sibTransId="{2E59F99E-0366-4C72-BAD5-44ABEF8E3116}"/>
    <dgm:cxn modelId="{F556545F-DAD4-45B2-A9BB-D4B895349810}" type="presParOf" srcId="{F03E6F2A-0CCA-4AE5-B0AC-54D6F4EB393D}" destId="{E7607D14-8BDA-4DE9-94D9-28CCE31908BE}" srcOrd="0" destOrd="0" presId="urn:microsoft.com/office/officeart/2018/2/layout/IconVerticalSolidList"/>
    <dgm:cxn modelId="{F515055F-5CDA-4E35-AC0F-785709575797}" type="presParOf" srcId="{E7607D14-8BDA-4DE9-94D9-28CCE31908BE}" destId="{63495F0C-7D6C-4083-B103-C0D08CE5F1D7}" srcOrd="0" destOrd="0" presId="urn:microsoft.com/office/officeart/2018/2/layout/IconVerticalSolidList"/>
    <dgm:cxn modelId="{254BE343-D399-45FD-A6FB-D3676C0B5F1D}" type="presParOf" srcId="{E7607D14-8BDA-4DE9-94D9-28CCE31908BE}" destId="{589FA77A-5BF9-47D0-887B-E8E936574CF9}" srcOrd="1" destOrd="0" presId="urn:microsoft.com/office/officeart/2018/2/layout/IconVerticalSolidList"/>
    <dgm:cxn modelId="{0F3FB383-DDD4-49E9-A539-0BE8293E6E8A}" type="presParOf" srcId="{E7607D14-8BDA-4DE9-94D9-28CCE31908BE}" destId="{65121A75-4609-4AD8-A157-E8A93CBAA4E5}" srcOrd="2" destOrd="0" presId="urn:microsoft.com/office/officeart/2018/2/layout/IconVerticalSolidList"/>
    <dgm:cxn modelId="{465506A3-2E24-4A99-8EB3-0791461BA393}" type="presParOf" srcId="{E7607D14-8BDA-4DE9-94D9-28CCE31908BE}" destId="{2B6184B7-9DDC-4BF9-82D0-6DE2165B8EC0}" srcOrd="3" destOrd="0" presId="urn:microsoft.com/office/officeart/2018/2/layout/IconVerticalSolidList"/>
    <dgm:cxn modelId="{3E634E49-2D41-41D5-A509-F04942DB7EE4}" type="presParOf" srcId="{F03E6F2A-0CCA-4AE5-B0AC-54D6F4EB393D}" destId="{74983B64-01B1-42EF-967D-E625B2463C44}" srcOrd="1" destOrd="0" presId="urn:microsoft.com/office/officeart/2018/2/layout/IconVerticalSolidList"/>
    <dgm:cxn modelId="{F32A8523-2A59-4027-ACFD-46BAF451EB1C}" type="presParOf" srcId="{F03E6F2A-0CCA-4AE5-B0AC-54D6F4EB393D}" destId="{14DBAE2A-BD7E-431D-AD5D-153F07C97E69}" srcOrd="2" destOrd="0" presId="urn:microsoft.com/office/officeart/2018/2/layout/IconVerticalSolidList"/>
    <dgm:cxn modelId="{C089B373-8456-48E9-A18F-63EEDDF10C00}" type="presParOf" srcId="{14DBAE2A-BD7E-431D-AD5D-153F07C97E69}" destId="{C49EE975-2534-47B5-BE8B-DC105BF8FF85}" srcOrd="0" destOrd="0" presId="urn:microsoft.com/office/officeart/2018/2/layout/IconVerticalSolidList"/>
    <dgm:cxn modelId="{F233D777-8868-41A4-A83A-561CCD35454D}" type="presParOf" srcId="{14DBAE2A-BD7E-431D-AD5D-153F07C97E69}" destId="{5BE516C0-4056-4A2F-A0A9-71EDD1798896}" srcOrd="1" destOrd="0" presId="urn:microsoft.com/office/officeart/2018/2/layout/IconVerticalSolidList"/>
    <dgm:cxn modelId="{FCD70911-CBD0-45F6-A84F-34F36B916E11}" type="presParOf" srcId="{14DBAE2A-BD7E-431D-AD5D-153F07C97E69}" destId="{3C2267B6-783A-4005-873C-0F140DC4FEB8}" srcOrd="2" destOrd="0" presId="urn:microsoft.com/office/officeart/2018/2/layout/IconVerticalSolidList"/>
    <dgm:cxn modelId="{52E15E59-87CD-4AEF-8675-6C9D6C32FB09}" type="presParOf" srcId="{14DBAE2A-BD7E-431D-AD5D-153F07C97E69}" destId="{B6BD12FE-1BAF-4058-8BC3-79993FA7B6DA}" srcOrd="3" destOrd="0" presId="urn:microsoft.com/office/officeart/2018/2/layout/IconVerticalSolidList"/>
    <dgm:cxn modelId="{A3CEEE5D-8D69-4455-9CAA-01DDADCAE09D}" type="presParOf" srcId="{F03E6F2A-0CCA-4AE5-B0AC-54D6F4EB393D}" destId="{DCF96AD7-5681-448C-AA02-129760F8C3EF}" srcOrd="3" destOrd="0" presId="urn:microsoft.com/office/officeart/2018/2/layout/IconVerticalSolidList"/>
    <dgm:cxn modelId="{9A2CC34C-8E84-496B-AEAF-4EFC91BA9B9B}" type="presParOf" srcId="{F03E6F2A-0CCA-4AE5-B0AC-54D6F4EB393D}" destId="{DBE49A09-99D3-4119-95B7-F83875320EDD}" srcOrd="4" destOrd="0" presId="urn:microsoft.com/office/officeart/2018/2/layout/IconVerticalSolidList"/>
    <dgm:cxn modelId="{333023CC-1E56-41BE-95E3-F2AFF1D57840}" type="presParOf" srcId="{DBE49A09-99D3-4119-95B7-F83875320EDD}" destId="{162E5DDE-5183-44B5-8CCE-C572FF2AFA05}" srcOrd="0" destOrd="0" presId="urn:microsoft.com/office/officeart/2018/2/layout/IconVerticalSolidList"/>
    <dgm:cxn modelId="{1FCE4430-4E3F-4354-9E94-3848579D7CA9}" type="presParOf" srcId="{DBE49A09-99D3-4119-95B7-F83875320EDD}" destId="{90660B5F-7750-4CD3-B5DC-80A81784601A}" srcOrd="1" destOrd="0" presId="urn:microsoft.com/office/officeart/2018/2/layout/IconVerticalSolidList"/>
    <dgm:cxn modelId="{722751A6-B50C-461A-94D3-039B7E4FBCF4}" type="presParOf" srcId="{DBE49A09-99D3-4119-95B7-F83875320EDD}" destId="{C28C816D-CB62-48E1-A0A9-4C7233F928E4}" srcOrd="2" destOrd="0" presId="urn:microsoft.com/office/officeart/2018/2/layout/IconVerticalSolidList"/>
    <dgm:cxn modelId="{7D81DBD4-D4C3-4866-9D52-A97C0192C0DE}" type="presParOf" srcId="{DBE49A09-99D3-4119-95B7-F83875320EDD}" destId="{45EAED1E-F578-476F-93C7-397225215D06}" srcOrd="3" destOrd="0" presId="urn:microsoft.com/office/officeart/2018/2/layout/IconVerticalSolidList"/>
    <dgm:cxn modelId="{2D04CBE0-63B2-4EF4-A51E-7E93648D34D1}" type="presParOf" srcId="{F03E6F2A-0CCA-4AE5-B0AC-54D6F4EB393D}" destId="{888DF0E3-ED93-495A-829D-D82A46B9A4A5}" srcOrd="5" destOrd="0" presId="urn:microsoft.com/office/officeart/2018/2/layout/IconVerticalSolidList"/>
    <dgm:cxn modelId="{A84070F7-3B80-42E0-A051-18C8DFD5A011}" type="presParOf" srcId="{F03E6F2A-0CCA-4AE5-B0AC-54D6F4EB393D}" destId="{ED2FFE4E-09B1-4605-BBEF-36A1EA6497C8}" srcOrd="6" destOrd="0" presId="urn:microsoft.com/office/officeart/2018/2/layout/IconVerticalSolidList"/>
    <dgm:cxn modelId="{F6ACA37C-52D4-417D-917A-C8E44B8311EF}" type="presParOf" srcId="{ED2FFE4E-09B1-4605-BBEF-36A1EA6497C8}" destId="{CDF3798D-9BD0-429E-B000-9150557C6FD3}" srcOrd="0" destOrd="0" presId="urn:microsoft.com/office/officeart/2018/2/layout/IconVerticalSolidList"/>
    <dgm:cxn modelId="{57236B5D-C47F-449C-9B5B-B3E48A6A68ED}" type="presParOf" srcId="{ED2FFE4E-09B1-4605-BBEF-36A1EA6497C8}" destId="{1D9EB147-D89E-45AF-890A-762EAA673E5C}" srcOrd="1" destOrd="0" presId="urn:microsoft.com/office/officeart/2018/2/layout/IconVerticalSolidList"/>
    <dgm:cxn modelId="{FFC71D31-ED79-4EE3-8EB2-17507FF49904}" type="presParOf" srcId="{ED2FFE4E-09B1-4605-BBEF-36A1EA6497C8}" destId="{6655DECE-5219-4DA3-8CED-06BD8E554CEB}" srcOrd="2" destOrd="0" presId="urn:microsoft.com/office/officeart/2018/2/layout/IconVerticalSolidList"/>
    <dgm:cxn modelId="{C1309294-8560-4268-815C-A42E5A15FB23}" type="presParOf" srcId="{ED2FFE4E-09B1-4605-BBEF-36A1EA6497C8}" destId="{296694D1-F932-4FFD-AF0C-7CAFE6D2B102}" srcOrd="3" destOrd="0" presId="urn:microsoft.com/office/officeart/2018/2/layout/IconVerticalSolidList"/>
    <dgm:cxn modelId="{6CD2B472-7929-4244-9E1B-51587F87A36A}" type="presParOf" srcId="{F03E6F2A-0CCA-4AE5-B0AC-54D6F4EB393D}" destId="{6A890CDE-640A-4E51-A4E2-073CBFD00000}" srcOrd="7" destOrd="0" presId="urn:microsoft.com/office/officeart/2018/2/layout/IconVerticalSolidList"/>
    <dgm:cxn modelId="{1230A6C3-4D29-4869-8C8B-DA9778CD25D4}" type="presParOf" srcId="{F03E6F2A-0CCA-4AE5-B0AC-54D6F4EB393D}" destId="{A91C54F6-4FB7-4667-876C-E856F6C14FFF}" srcOrd="8" destOrd="0" presId="urn:microsoft.com/office/officeart/2018/2/layout/IconVerticalSolidList"/>
    <dgm:cxn modelId="{298FFC76-BDB6-4057-BC2C-1C0DA300F50D}" type="presParOf" srcId="{A91C54F6-4FB7-4667-876C-E856F6C14FFF}" destId="{43BD2A16-8D79-4F4F-9384-40A545ACF208}" srcOrd="0" destOrd="0" presId="urn:microsoft.com/office/officeart/2018/2/layout/IconVerticalSolidList"/>
    <dgm:cxn modelId="{D5794213-E638-48B7-84A5-545FE129EB21}" type="presParOf" srcId="{A91C54F6-4FB7-4667-876C-E856F6C14FFF}" destId="{BEF1929C-FE7D-478B-9F29-9E7C951B9D40}" srcOrd="1" destOrd="0" presId="urn:microsoft.com/office/officeart/2018/2/layout/IconVerticalSolidList"/>
    <dgm:cxn modelId="{28EBD937-EB2A-4BB1-B179-E017D91620BA}" type="presParOf" srcId="{A91C54F6-4FB7-4667-876C-E856F6C14FFF}" destId="{09A8FF59-3579-49F5-8412-A082E9BC6061}" srcOrd="2" destOrd="0" presId="urn:microsoft.com/office/officeart/2018/2/layout/IconVerticalSolidList"/>
    <dgm:cxn modelId="{70412E32-ED47-4E11-B0FD-64100FE8786E}" type="presParOf" srcId="{A91C54F6-4FB7-4667-876C-E856F6C14FFF}" destId="{35EC81FF-9708-4834-907A-1148F8B0F0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CD2699-400B-4155-8449-EA8420201C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A9F159-F549-46AF-8E0A-660038D95F7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O que é:</a:t>
          </a:r>
          <a:r>
            <a:rPr lang="pt-BR" b="0" i="0" dirty="0"/>
            <a:t> instruir a IA a verificar suas próprias afirmações antes de concluir</a:t>
          </a:r>
          <a:endParaRPr lang="en-US" dirty="0"/>
        </a:p>
      </dgm:t>
    </dgm:pt>
    <dgm:pt modelId="{36B0EB62-FB85-462E-B7DD-1B18A47899BB}" type="parTrans" cxnId="{273FC37F-5550-4B6C-BFCF-1692DEC6AC0F}">
      <dgm:prSet/>
      <dgm:spPr/>
      <dgm:t>
        <a:bodyPr/>
        <a:lstStyle/>
        <a:p>
          <a:endParaRPr lang="en-US"/>
        </a:p>
      </dgm:t>
    </dgm:pt>
    <dgm:pt modelId="{5FCBE8A9-2C17-4FE0-B83F-8355F2C7A0CD}" type="sibTrans" cxnId="{273FC37F-5550-4B6C-BFCF-1692DEC6AC0F}">
      <dgm:prSet/>
      <dgm:spPr/>
      <dgm:t>
        <a:bodyPr/>
        <a:lstStyle/>
        <a:p>
          <a:endParaRPr lang="en-US"/>
        </a:p>
      </dgm:t>
    </dgm:pt>
    <dgm:pt modelId="{ACC418EE-6E2A-41FF-A2F8-46BAA12AE23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Problema que resolve:</a:t>
          </a:r>
          <a:r>
            <a:rPr lang="pt-BR" b="0" i="0" dirty="0"/>
            <a:t> alucinações — quando a IA afirma coisas erradas com confiança</a:t>
          </a:r>
        </a:p>
      </dgm:t>
    </dgm:pt>
    <dgm:pt modelId="{FCC65A84-BA3E-4A35-A6E2-E2F3643761D0}" type="parTrans" cxnId="{ECC29683-4C42-48FD-96F7-D4FAEC2D2643}">
      <dgm:prSet/>
      <dgm:spPr/>
      <dgm:t>
        <a:bodyPr/>
        <a:lstStyle/>
        <a:p>
          <a:endParaRPr lang="pt-BR"/>
        </a:p>
      </dgm:t>
    </dgm:pt>
    <dgm:pt modelId="{5129D8F3-194E-413B-A63E-479494B2E77A}" type="sibTrans" cxnId="{ECC29683-4C42-48FD-96F7-D4FAEC2D2643}">
      <dgm:prSet/>
      <dgm:spPr/>
      <dgm:t>
        <a:bodyPr/>
        <a:lstStyle/>
        <a:p>
          <a:endParaRPr lang="pt-BR"/>
        </a:p>
      </dgm:t>
    </dgm:pt>
    <dgm:pt modelId="{C71F2A37-5848-44C9-9877-7F6B768F00B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Quando usar:</a:t>
          </a:r>
          <a:r>
            <a:rPr lang="pt-BR" b="0" i="0" dirty="0"/>
            <a:t> respostas factuais, resumos, análises que exigem precisão</a:t>
          </a:r>
        </a:p>
      </dgm:t>
    </dgm:pt>
    <dgm:pt modelId="{1D7194BB-DECD-4C17-ABB9-C25691F74E0E}" type="parTrans" cxnId="{169C7479-A252-47AD-B2A1-95A719EB825C}">
      <dgm:prSet/>
      <dgm:spPr/>
      <dgm:t>
        <a:bodyPr/>
        <a:lstStyle/>
        <a:p>
          <a:endParaRPr lang="pt-BR"/>
        </a:p>
      </dgm:t>
    </dgm:pt>
    <dgm:pt modelId="{0F1040B5-B184-41F2-91C1-C2E312424CDB}" type="sibTrans" cxnId="{169C7479-A252-47AD-B2A1-95A719EB825C}">
      <dgm:prSet/>
      <dgm:spPr/>
      <dgm:t>
        <a:bodyPr/>
        <a:lstStyle/>
        <a:p>
          <a:endParaRPr lang="pt-BR"/>
        </a:p>
      </dgm:t>
    </dgm:pt>
    <dgm:pt modelId="{970B386F-9D2B-4E11-BA67-0BD7DD42A1B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Como funciona:</a:t>
          </a:r>
          <a:r>
            <a:rPr lang="pt-BR" b="0" i="0"/>
            <a:t> o modelo gera → lista afirmações → verifica cada uma → corrige se necessário</a:t>
          </a:r>
        </a:p>
      </dgm:t>
    </dgm:pt>
    <dgm:pt modelId="{29077FC9-A754-481C-9112-A086706C5539}" type="parTrans" cxnId="{421DAD6F-4C70-476F-AA72-E2EDBC51D812}">
      <dgm:prSet/>
      <dgm:spPr/>
      <dgm:t>
        <a:bodyPr/>
        <a:lstStyle/>
        <a:p>
          <a:endParaRPr lang="pt-BR"/>
        </a:p>
      </dgm:t>
    </dgm:pt>
    <dgm:pt modelId="{A0C593AD-EF66-4A18-9800-79274285EF45}" type="sibTrans" cxnId="{421DAD6F-4C70-476F-AA72-E2EDBC51D812}">
      <dgm:prSet/>
      <dgm:spPr/>
      <dgm:t>
        <a:bodyPr/>
        <a:lstStyle/>
        <a:p>
          <a:endParaRPr lang="pt-BR"/>
        </a:p>
      </dgm:t>
    </dgm:pt>
    <dgm:pt modelId="{82B3F11B-9F89-4BDE-AD37-D31F7B55CB4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Reduz significativamente erros em respostas longas</a:t>
          </a:r>
        </a:p>
      </dgm:t>
    </dgm:pt>
    <dgm:pt modelId="{554431AA-310D-46FE-9BA7-9B95EAD8490C}" type="parTrans" cxnId="{C561605F-F995-405D-968E-41B20B17262F}">
      <dgm:prSet/>
      <dgm:spPr/>
      <dgm:t>
        <a:bodyPr/>
        <a:lstStyle/>
        <a:p>
          <a:endParaRPr lang="pt-BR"/>
        </a:p>
      </dgm:t>
    </dgm:pt>
    <dgm:pt modelId="{C3976CC4-3DF4-478A-8CAD-FFBD8DD8D353}" type="sibTrans" cxnId="{C561605F-F995-405D-968E-41B20B17262F}">
      <dgm:prSet/>
      <dgm:spPr/>
      <dgm:t>
        <a:bodyPr/>
        <a:lstStyle/>
        <a:p>
          <a:endParaRPr lang="pt-BR"/>
        </a:p>
      </dgm:t>
    </dgm:pt>
    <dgm:pt modelId="{E82A136F-8686-4B6E-92E0-159D1EAD70FE}" type="pres">
      <dgm:prSet presAssocID="{D3CD2699-400B-4155-8449-EA8420201C50}" presName="root" presStyleCnt="0">
        <dgm:presLayoutVars>
          <dgm:dir/>
          <dgm:resizeHandles val="exact"/>
        </dgm:presLayoutVars>
      </dgm:prSet>
      <dgm:spPr/>
    </dgm:pt>
    <dgm:pt modelId="{7E022FC9-C7AB-478B-9715-ABE820AEAFDE}" type="pres">
      <dgm:prSet presAssocID="{41A9F159-F549-46AF-8E0A-660038D95F79}" presName="compNode" presStyleCnt="0"/>
      <dgm:spPr/>
    </dgm:pt>
    <dgm:pt modelId="{1CB0724A-32B3-4013-A524-4BE649D89ADE}" type="pres">
      <dgm:prSet presAssocID="{41A9F159-F549-46AF-8E0A-660038D95F79}" presName="bgRect" presStyleLbl="bgShp" presStyleIdx="0" presStyleCnt="5"/>
      <dgm:spPr/>
    </dgm:pt>
    <dgm:pt modelId="{37F679A4-2B36-4050-8BF5-808B04F1AF5D}" type="pres">
      <dgm:prSet presAssocID="{41A9F159-F549-46AF-8E0A-660038D95F7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BF0A49DF-E66D-49EC-91A9-086665A455E6}" type="pres">
      <dgm:prSet presAssocID="{41A9F159-F549-46AF-8E0A-660038D95F79}" presName="spaceRect" presStyleCnt="0"/>
      <dgm:spPr/>
    </dgm:pt>
    <dgm:pt modelId="{5FDBE0D5-1963-474B-849B-060670B30A18}" type="pres">
      <dgm:prSet presAssocID="{41A9F159-F549-46AF-8E0A-660038D95F79}" presName="parTx" presStyleLbl="revTx" presStyleIdx="0" presStyleCnt="5">
        <dgm:presLayoutVars>
          <dgm:chMax val="0"/>
          <dgm:chPref val="0"/>
        </dgm:presLayoutVars>
      </dgm:prSet>
      <dgm:spPr/>
    </dgm:pt>
    <dgm:pt modelId="{8192F510-FAC3-4659-9156-7CFE3EC32F19}" type="pres">
      <dgm:prSet presAssocID="{5FCBE8A9-2C17-4FE0-B83F-8355F2C7A0CD}" presName="sibTrans" presStyleCnt="0"/>
      <dgm:spPr/>
    </dgm:pt>
    <dgm:pt modelId="{2D4D0BD7-FD35-4541-87E9-7A67BEFD4843}" type="pres">
      <dgm:prSet presAssocID="{ACC418EE-6E2A-41FF-A2F8-46BAA12AE23B}" presName="compNode" presStyleCnt="0"/>
      <dgm:spPr/>
    </dgm:pt>
    <dgm:pt modelId="{6D49A1EB-F48C-4FC7-B6F6-5D37102535D2}" type="pres">
      <dgm:prSet presAssocID="{ACC418EE-6E2A-41FF-A2F8-46BAA12AE23B}" presName="bgRect" presStyleLbl="bgShp" presStyleIdx="1" presStyleCnt="5"/>
      <dgm:spPr/>
    </dgm:pt>
    <dgm:pt modelId="{7902E5D5-B42E-4461-A584-5E2BCDD72A6C}" type="pres">
      <dgm:prSet presAssocID="{ACC418EE-6E2A-41FF-A2F8-46BAA12AE23B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storm estrutura de tópicos"/>
        </a:ext>
      </dgm:extLst>
    </dgm:pt>
    <dgm:pt modelId="{CE3E6E17-BCA2-4276-896D-9A4B858AC42B}" type="pres">
      <dgm:prSet presAssocID="{ACC418EE-6E2A-41FF-A2F8-46BAA12AE23B}" presName="spaceRect" presStyleCnt="0"/>
      <dgm:spPr/>
    </dgm:pt>
    <dgm:pt modelId="{4068BAAB-E10A-40A5-867F-4D4CBB7FCAED}" type="pres">
      <dgm:prSet presAssocID="{ACC418EE-6E2A-41FF-A2F8-46BAA12AE23B}" presName="parTx" presStyleLbl="revTx" presStyleIdx="1" presStyleCnt="5">
        <dgm:presLayoutVars>
          <dgm:chMax val="0"/>
          <dgm:chPref val="0"/>
        </dgm:presLayoutVars>
      </dgm:prSet>
      <dgm:spPr/>
    </dgm:pt>
    <dgm:pt modelId="{5FB1BFA4-63A0-4E49-B5F8-ECF057242D45}" type="pres">
      <dgm:prSet presAssocID="{5129D8F3-194E-413B-A63E-479494B2E77A}" presName="sibTrans" presStyleCnt="0"/>
      <dgm:spPr/>
    </dgm:pt>
    <dgm:pt modelId="{6AA6CC10-F9B8-4A2D-B153-3FDB4DA59D57}" type="pres">
      <dgm:prSet presAssocID="{C71F2A37-5848-44C9-9877-7F6B768F00BB}" presName="compNode" presStyleCnt="0"/>
      <dgm:spPr/>
    </dgm:pt>
    <dgm:pt modelId="{E55B8614-C05D-49FD-8600-D97499B3EF8A}" type="pres">
      <dgm:prSet presAssocID="{C71F2A37-5848-44C9-9877-7F6B768F00BB}" presName="bgRect" presStyleLbl="bgShp" presStyleIdx="2" presStyleCnt="5"/>
      <dgm:spPr/>
    </dgm:pt>
    <dgm:pt modelId="{1F72715F-0987-4ED6-ADC2-EADD92BCF325}" type="pres">
      <dgm:prSet presAssocID="{C71F2A37-5848-44C9-9877-7F6B768F00BB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tas adesivas com preenchimento sólido"/>
        </a:ext>
      </dgm:extLst>
    </dgm:pt>
    <dgm:pt modelId="{41666A4B-4A60-4EFA-9446-F5F1DB94B6A0}" type="pres">
      <dgm:prSet presAssocID="{C71F2A37-5848-44C9-9877-7F6B768F00BB}" presName="spaceRect" presStyleCnt="0"/>
      <dgm:spPr/>
    </dgm:pt>
    <dgm:pt modelId="{4138AE6D-6B1F-4F04-AEB2-7DA0996278E6}" type="pres">
      <dgm:prSet presAssocID="{C71F2A37-5848-44C9-9877-7F6B768F00BB}" presName="parTx" presStyleLbl="revTx" presStyleIdx="2" presStyleCnt="5">
        <dgm:presLayoutVars>
          <dgm:chMax val="0"/>
          <dgm:chPref val="0"/>
        </dgm:presLayoutVars>
      </dgm:prSet>
      <dgm:spPr/>
    </dgm:pt>
    <dgm:pt modelId="{1F063F0E-C459-48B8-AF64-C1FFA8E24B78}" type="pres">
      <dgm:prSet presAssocID="{0F1040B5-B184-41F2-91C1-C2E312424CDB}" presName="sibTrans" presStyleCnt="0"/>
      <dgm:spPr/>
    </dgm:pt>
    <dgm:pt modelId="{4484FCBD-504F-4781-9204-0ACE94EB3AE5}" type="pres">
      <dgm:prSet presAssocID="{970B386F-9D2B-4E11-BA67-0BD7DD42A1B9}" presName="compNode" presStyleCnt="0"/>
      <dgm:spPr/>
    </dgm:pt>
    <dgm:pt modelId="{6B38BB66-5E92-45B9-B545-99CA766B3C76}" type="pres">
      <dgm:prSet presAssocID="{970B386F-9D2B-4E11-BA67-0BD7DD42A1B9}" presName="bgRect" presStyleLbl="bgShp" presStyleIdx="3" presStyleCnt="5"/>
      <dgm:spPr/>
    </dgm:pt>
    <dgm:pt modelId="{5FFE802A-758F-4328-8361-628B33370BAD}" type="pres">
      <dgm:prSet presAssocID="{970B386F-9D2B-4E11-BA67-0BD7DD42A1B9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 circular com preenchimento sólido"/>
        </a:ext>
      </dgm:extLst>
    </dgm:pt>
    <dgm:pt modelId="{1A9908DB-02C9-4917-B05F-902A6DB24517}" type="pres">
      <dgm:prSet presAssocID="{970B386F-9D2B-4E11-BA67-0BD7DD42A1B9}" presName="spaceRect" presStyleCnt="0"/>
      <dgm:spPr/>
    </dgm:pt>
    <dgm:pt modelId="{3811383C-2033-4243-85D5-1B113EF8FFCC}" type="pres">
      <dgm:prSet presAssocID="{970B386F-9D2B-4E11-BA67-0BD7DD42A1B9}" presName="parTx" presStyleLbl="revTx" presStyleIdx="3" presStyleCnt="5">
        <dgm:presLayoutVars>
          <dgm:chMax val="0"/>
          <dgm:chPref val="0"/>
        </dgm:presLayoutVars>
      </dgm:prSet>
      <dgm:spPr/>
    </dgm:pt>
    <dgm:pt modelId="{3B34A669-109B-46B9-B9DF-3E41D9C7585C}" type="pres">
      <dgm:prSet presAssocID="{A0C593AD-EF66-4A18-9800-79274285EF45}" presName="sibTrans" presStyleCnt="0"/>
      <dgm:spPr/>
    </dgm:pt>
    <dgm:pt modelId="{D451E830-9A13-4169-9634-FA6329A5EE3E}" type="pres">
      <dgm:prSet presAssocID="{82B3F11B-9F89-4BDE-AD37-D31F7B55CB4F}" presName="compNode" presStyleCnt="0"/>
      <dgm:spPr/>
    </dgm:pt>
    <dgm:pt modelId="{0EA2B2CC-6EFD-40EA-8D4E-9315E96220BA}" type="pres">
      <dgm:prSet presAssocID="{82B3F11B-9F89-4BDE-AD37-D31F7B55CB4F}" presName="bgRect" presStyleLbl="bgShp" presStyleIdx="4" presStyleCnt="5"/>
      <dgm:spPr/>
    </dgm:pt>
    <dgm:pt modelId="{44E2A2DC-4805-4674-905B-78469E1660BC}" type="pres">
      <dgm:prSet presAssocID="{82B3F11B-9F89-4BDE-AD37-D31F7B55CB4F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lo de Área de Transferência com preenchimento sólido"/>
        </a:ext>
      </dgm:extLst>
    </dgm:pt>
    <dgm:pt modelId="{F2CAF063-F0F9-4ADF-8BBC-1A949148415D}" type="pres">
      <dgm:prSet presAssocID="{82B3F11B-9F89-4BDE-AD37-D31F7B55CB4F}" presName="spaceRect" presStyleCnt="0"/>
      <dgm:spPr/>
    </dgm:pt>
    <dgm:pt modelId="{5FA92269-1988-4DC9-A1D0-A64E4BF0C0F2}" type="pres">
      <dgm:prSet presAssocID="{82B3F11B-9F89-4BDE-AD37-D31F7B55CB4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2122200-C54F-4A11-A37B-84B91BB6D35E}" type="presOf" srcId="{970B386F-9D2B-4E11-BA67-0BD7DD42A1B9}" destId="{3811383C-2033-4243-85D5-1B113EF8FFCC}" srcOrd="0" destOrd="0" presId="urn:microsoft.com/office/officeart/2018/2/layout/IconVerticalSolidList"/>
    <dgm:cxn modelId="{C561605F-F995-405D-968E-41B20B17262F}" srcId="{D3CD2699-400B-4155-8449-EA8420201C50}" destId="{82B3F11B-9F89-4BDE-AD37-D31F7B55CB4F}" srcOrd="4" destOrd="0" parTransId="{554431AA-310D-46FE-9BA7-9B95EAD8490C}" sibTransId="{C3976CC4-3DF4-478A-8CAD-FFBD8DD8D353}"/>
    <dgm:cxn modelId="{421DAD6F-4C70-476F-AA72-E2EDBC51D812}" srcId="{D3CD2699-400B-4155-8449-EA8420201C50}" destId="{970B386F-9D2B-4E11-BA67-0BD7DD42A1B9}" srcOrd="3" destOrd="0" parTransId="{29077FC9-A754-481C-9112-A086706C5539}" sibTransId="{A0C593AD-EF66-4A18-9800-79274285EF45}"/>
    <dgm:cxn modelId="{169C7479-A252-47AD-B2A1-95A719EB825C}" srcId="{D3CD2699-400B-4155-8449-EA8420201C50}" destId="{C71F2A37-5848-44C9-9877-7F6B768F00BB}" srcOrd="2" destOrd="0" parTransId="{1D7194BB-DECD-4C17-ABB9-C25691F74E0E}" sibTransId="{0F1040B5-B184-41F2-91C1-C2E312424CDB}"/>
    <dgm:cxn modelId="{273FC37F-5550-4B6C-BFCF-1692DEC6AC0F}" srcId="{D3CD2699-400B-4155-8449-EA8420201C50}" destId="{41A9F159-F549-46AF-8E0A-660038D95F79}" srcOrd="0" destOrd="0" parTransId="{36B0EB62-FB85-462E-B7DD-1B18A47899BB}" sibTransId="{5FCBE8A9-2C17-4FE0-B83F-8355F2C7A0CD}"/>
    <dgm:cxn modelId="{ECC29683-4C42-48FD-96F7-D4FAEC2D2643}" srcId="{D3CD2699-400B-4155-8449-EA8420201C50}" destId="{ACC418EE-6E2A-41FF-A2F8-46BAA12AE23B}" srcOrd="1" destOrd="0" parTransId="{FCC65A84-BA3E-4A35-A6E2-E2F3643761D0}" sibTransId="{5129D8F3-194E-413B-A63E-479494B2E77A}"/>
    <dgm:cxn modelId="{24034288-F269-4F54-9C58-15FAD05B87B4}" type="presOf" srcId="{ACC418EE-6E2A-41FF-A2F8-46BAA12AE23B}" destId="{4068BAAB-E10A-40A5-867F-4D4CBB7FCAED}" srcOrd="0" destOrd="0" presId="urn:microsoft.com/office/officeart/2018/2/layout/IconVerticalSolidList"/>
    <dgm:cxn modelId="{B4F2158D-2D18-4391-9624-6BBA1AC1BAB9}" type="presOf" srcId="{D3CD2699-400B-4155-8449-EA8420201C50}" destId="{E82A136F-8686-4B6E-92E0-159D1EAD70FE}" srcOrd="0" destOrd="0" presId="urn:microsoft.com/office/officeart/2018/2/layout/IconVerticalSolidList"/>
    <dgm:cxn modelId="{F86F86C2-2D0C-48CA-B760-3DB1F96FA4DE}" type="presOf" srcId="{41A9F159-F549-46AF-8E0A-660038D95F79}" destId="{5FDBE0D5-1963-474B-849B-060670B30A18}" srcOrd="0" destOrd="0" presId="urn:microsoft.com/office/officeart/2018/2/layout/IconVerticalSolidList"/>
    <dgm:cxn modelId="{C1B0BCDF-A0C0-46DE-9DC4-0EC23528D382}" type="presOf" srcId="{C71F2A37-5848-44C9-9877-7F6B768F00BB}" destId="{4138AE6D-6B1F-4F04-AEB2-7DA0996278E6}" srcOrd="0" destOrd="0" presId="urn:microsoft.com/office/officeart/2018/2/layout/IconVerticalSolidList"/>
    <dgm:cxn modelId="{A1BA8CFF-B85C-44E6-AE83-B9BCE307616B}" type="presOf" srcId="{82B3F11B-9F89-4BDE-AD37-D31F7B55CB4F}" destId="{5FA92269-1988-4DC9-A1D0-A64E4BF0C0F2}" srcOrd="0" destOrd="0" presId="urn:microsoft.com/office/officeart/2018/2/layout/IconVerticalSolidList"/>
    <dgm:cxn modelId="{A5039712-64CA-43F8-A313-F7476C7C8864}" type="presParOf" srcId="{E82A136F-8686-4B6E-92E0-159D1EAD70FE}" destId="{7E022FC9-C7AB-478B-9715-ABE820AEAFDE}" srcOrd="0" destOrd="0" presId="urn:microsoft.com/office/officeart/2018/2/layout/IconVerticalSolidList"/>
    <dgm:cxn modelId="{974C5CEE-CADA-47F7-A8C9-9E9B61046D7D}" type="presParOf" srcId="{7E022FC9-C7AB-478B-9715-ABE820AEAFDE}" destId="{1CB0724A-32B3-4013-A524-4BE649D89ADE}" srcOrd="0" destOrd="0" presId="urn:microsoft.com/office/officeart/2018/2/layout/IconVerticalSolidList"/>
    <dgm:cxn modelId="{94722ED4-3EDF-4C28-B279-6C3404A9C565}" type="presParOf" srcId="{7E022FC9-C7AB-478B-9715-ABE820AEAFDE}" destId="{37F679A4-2B36-4050-8BF5-808B04F1AF5D}" srcOrd="1" destOrd="0" presId="urn:microsoft.com/office/officeart/2018/2/layout/IconVerticalSolidList"/>
    <dgm:cxn modelId="{BA000850-EA10-4763-A2E7-77FB0EDC0503}" type="presParOf" srcId="{7E022FC9-C7AB-478B-9715-ABE820AEAFDE}" destId="{BF0A49DF-E66D-49EC-91A9-086665A455E6}" srcOrd="2" destOrd="0" presId="urn:microsoft.com/office/officeart/2018/2/layout/IconVerticalSolidList"/>
    <dgm:cxn modelId="{23357B28-7A95-40F4-BBA6-21991A4131E3}" type="presParOf" srcId="{7E022FC9-C7AB-478B-9715-ABE820AEAFDE}" destId="{5FDBE0D5-1963-474B-849B-060670B30A18}" srcOrd="3" destOrd="0" presId="urn:microsoft.com/office/officeart/2018/2/layout/IconVerticalSolidList"/>
    <dgm:cxn modelId="{2F7181FD-F8E8-4010-8BC0-5CC174FD96A7}" type="presParOf" srcId="{E82A136F-8686-4B6E-92E0-159D1EAD70FE}" destId="{8192F510-FAC3-4659-9156-7CFE3EC32F19}" srcOrd="1" destOrd="0" presId="urn:microsoft.com/office/officeart/2018/2/layout/IconVerticalSolidList"/>
    <dgm:cxn modelId="{15932567-6E8A-4951-9AFC-3A5839C4AE71}" type="presParOf" srcId="{E82A136F-8686-4B6E-92E0-159D1EAD70FE}" destId="{2D4D0BD7-FD35-4541-87E9-7A67BEFD4843}" srcOrd="2" destOrd="0" presId="urn:microsoft.com/office/officeart/2018/2/layout/IconVerticalSolidList"/>
    <dgm:cxn modelId="{C9096C23-4196-4B2A-9F83-24E7655C6E18}" type="presParOf" srcId="{2D4D0BD7-FD35-4541-87E9-7A67BEFD4843}" destId="{6D49A1EB-F48C-4FC7-B6F6-5D37102535D2}" srcOrd="0" destOrd="0" presId="urn:microsoft.com/office/officeart/2018/2/layout/IconVerticalSolidList"/>
    <dgm:cxn modelId="{96910FCF-F5F5-4E29-BAD8-161A7759641E}" type="presParOf" srcId="{2D4D0BD7-FD35-4541-87E9-7A67BEFD4843}" destId="{7902E5D5-B42E-4461-A584-5E2BCDD72A6C}" srcOrd="1" destOrd="0" presId="urn:microsoft.com/office/officeart/2018/2/layout/IconVerticalSolidList"/>
    <dgm:cxn modelId="{A260FCE1-92E9-4889-9447-314F26A7C240}" type="presParOf" srcId="{2D4D0BD7-FD35-4541-87E9-7A67BEFD4843}" destId="{CE3E6E17-BCA2-4276-896D-9A4B858AC42B}" srcOrd="2" destOrd="0" presId="urn:microsoft.com/office/officeart/2018/2/layout/IconVerticalSolidList"/>
    <dgm:cxn modelId="{765AE39F-6B5B-4606-9CE9-A4F3C76E74DD}" type="presParOf" srcId="{2D4D0BD7-FD35-4541-87E9-7A67BEFD4843}" destId="{4068BAAB-E10A-40A5-867F-4D4CBB7FCAED}" srcOrd="3" destOrd="0" presId="urn:microsoft.com/office/officeart/2018/2/layout/IconVerticalSolidList"/>
    <dgm:cxn modelId="{1B25247A-14D2-48D6-99ED-EDE4152BE876}" type="presParOf" srcId="{E82A136F-8686-4B6E-92E0-159D1EAD70FE}" destId="{5FB1BFA4-63A0-4E49-B5F8-ECF057242D45}" srcOrd="3" destOrd="0" presId="urn:microsoft.com/office/officeart/2018/2/layout/IconVerticalSolidList"/>
    <dgm:cxn modelId="{3FC4C8ED-5D16-4215-A1A5-0CA0E179C741}" type="presParOf" srcId="{E82A136F-8686-4B6E-92E0-159D1EAD70FE}" destId="{6AA6CC10-F9B8-4A2D-B153-3FDB4DA59D57}" srcOrd="4" destOrd="0" presId="urn:microsoft.com/office/officeart/2018/2/layout/IconVerticalSolidList"/>
    <dgm:cxn modelId="{50754F28-199C-4840-A26B-E968AE264A5B}" type="presParOf" srcId="{6AA6CC10-F9B8-4A2D-B153-3FDB4DA59D57}" destId="{E55B8614-C05D-49FD-8600-D97499B3EF8A}" srcOrd="0" destOrd="0" presId="urn:microsoft.com/office/officeart/2018/2/layout/IconVerticalSolidList"/>
    <dgm:cxn modelId="{48346565-9105-454E-843A-029077C6DF23}" type="presParOf" srcId="{6AA6CC10-F9B8-4A2D-B153-3FDB4DA59D57}" destId="{1F72715F-0987-4ED6-ADC2-EADD92BCF325}" srcOrd="1" destOrd="0" presId="urn:microsoft.com/office/officeart/2018/2/layout/IconVerticalSolidList"/>
    <dgm:cxn modelId="{74C48EDF-5BCE-4D37-9CBC-ABE481B890F2}" type="presParOf" srcId="{6AA6CC10-F9B8-4A2D-B153-3FDB4DA59D57}" destId="{41666A4B-4A60-4EFA-9446-F5F1DB94B6A0}" srcOrd="2" destOrd="0" presId="urn:microsoft.com/office/officeart/2018/2/layout/IconVerticalSolidList"/>
    <dgm:cxn modelId="{5FFAADD1-CAE3-498A-A7EE-ADCB499633FA}" type="presParOf" srcId="{6AA6CC10-F9B8-4A2D-B153-3FDB4DA59D57}" destId="{4138AE6D-6B1F-4F04-AEB2-7DA0996278E6}" srcOrd="3" destOrd="0" presId="urn:microsoft.com/office/officeart/2018/2/layout/IconVerticalSolidList"/>
    <dgm:cxn modelId="{ECA34F07-8B00-4917-BBAC-0B9497086FFC}" type="presParOf" srcId="{E82A136F-8686-4B6E-92E0-159D1EAD70FE}" destId="{1F063F0E-C459-48B8-AF64-C1FFA8E24B78}" srcOrd="5" destOrd="0" presId="urn:microsoft.com/office/officeart/2018/2/layout/IconVerticalSolidList"/>
    <dgm:cxn modelId="{BD54574A-8CC2-4E3C-813B-46A549458CEF}" type="presParOf" srcId="{E82A136F-8686-4B6E-92E0-159D1EAD70FE}" destId="{4484FCBD-504F-4781-9204-0ACE94EB3AE5}" srcOrd="6" destOrd="0" presId="urn:microsoft.com/office/officeart/2018/2/layout/IconVerticalSolidList"/>
    <dgm:cxn modelId="{861B3C12-BEC7-477E-934F-E2A547AA5816}" type="presParOf" srcId="{4484FCBD-504F-4781-9204-0ACE94EB3AE5}" destId="{6B38BB66-5E92-45B9-B545-99CA766B3C76}" srcOrd="0" destOrd="0" presId="urn:microsoft.com/office/officeart/2018/2/layout/IconVerticalSolidList"/>
    <dgm:cxn modelId="{85CD5ED1-CF6B-472E-8238-F950F26B930E}" type="presParOf" srcId="{4484FCBD-504F-4781-9204-0ACE94EB3AE5}" destId="{5FFE802A-758F-4328-8361-628B33370BAD}" srcOrd="1" destOrd="0" presId="urn:microsoft.com/office/officeart/2018/2/layout/IconVerticalSolidList"/>
    <dgm:cxn modelId="{333B47DE-B89D-4382-9D27-26CB5E439D84}" type="presParOf" srcId="{4484FCBD-504F-4781-9204-0ACE94EB3AE5}" destId="{1A9908DB-02C9-4917-B05F-902A6DB24517}" srcOrd="2" destOrd="0" presId="urn:microsoft.com/office/officeart/2018/2/layout/IconVerticalSolidList"/>
    <dgm:cxn modelId="{6A270418-F033-4D45-A7F1-9F6444F57885}" type="presParOf" srcId="{4484FCBD-504F-4781-9204-0ACE94EB3AE5}" destId="{3811383C-2033-4243-85D5-1B113EF8FFCC}" srcOrd="3" destOrd="0" presId="urn:microsoft.com/office/officeart/2018/2/layout/IconVerticalSolidList"/>
    <dgm:cxn modelId="{A7EDF3E2-6AEA-4E2F-B8FD-B4855E40941B}" type="presParOf" srcId="{E82A136F-8686-4B6E-92E0-159D1EAD70FE}" destId="{3B34A669-109B-46B9-B9DF-3E41D9C7585C}" srcOrd="7" destOrd="0" presId="urn:microsoft.com/office/officeart/2018/2/layout/IconVerticalSolidList"/>
    <dgm:cxn modelId="{2746142E-CC0A-4825-B98E-F10C40D67FBD}" type="presParOf" srcId="{E82A136F-8686-4B6E-92E0-159D1EAD70FE}" destId="{D451E830-9A13-4169-9634-FA6329A5EE3E}" srcOrd="8" destOrd="0" presId="urn:microsoft.com/office/officeart/2018/2/layout/IconVerticalSolidList"/>
    <dgm:cxn modelId="{DFE8803B-7F96-439D-AE99-F127A49EFD3C}" type="presParOf" srcId="{D451E830-9A13-4169-9634-FA6329A5EE3E}" destId="{0EA2B2CC-6EFD-40EA-8D4E-9315E96220BA}" srcOrd="0" destOrd="0" presId="urn:microsoft.com/office/officeart/2018/2/layout/IconVerticalSolidList"/>
    <dgm:cxn modelId="{39694B2C-0B31-48AF-916D-4FDEE9170BAC}" type="presParOf" srcId="{D451E830-9A13-4169-9634-FA6329A5EE3E}" destId="{44E2A2DC-4805-4674-905B-78469E1660BC}" srcOrd="1" destOrd="0" presId="urn:microsoft.com/office/officeart/2018/2/layout/IconVerticalSolidList"/>
    <dgm:cxn modelId="{938E94BE-9B64-4DD4-893F-41F5F64D3934}" type="presParOf" srcId="{D451E830-9A13-4169-9634-FA6329A5EE3E}" destId="{F2CAF063-F0F9-4ADF-8BBC-1A949148415D}" srcOrd="2" destOrd="0" presId="urn:microsoft.com/office/officeart/2018/2/layout/IconVerticalSolidList"/>
    <dgm:cxn modelId="{6EC7B006-1CE2-4D0E-9CC0-1DEBD21A090C}" type="presParOf" srcId="{D451E830-9A13-4169-9634-FA6329A5EE3E}" destId="{5FA92269-1988-4DC9-A1D0-A64E4BF0C0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CD2699-400B-4155-8449-EA8420201C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A9F159-F549-46AF-8E0A-660038D95F79}">
      <dgm:prSet/>
      <dgm:spPr/>
      <dgm:t>
        <a:bodyPr/>
        <a:lstStyle/>
        <a:p>
          <a:r>
            <a:rPr lang="pt-BR" b="1"/>
            <a:t>O que é:</a:t>
          </a:r>
          <a:r>
            <a:rPr lang="pt-BR"/>
            <a:t> carregar contexto relevante no início da conversa para que a IA "lembre" durante toda a sessão</a:t>
          </a:r>
          <a:endParaRPr lang="en-US"/>
        </a:p>
      </dgm:t>
    </dgm:pt>
    <dgm:pt modelId="{36B0EB62-FB85-462E-B7DD-1B18A47899BB}" type="parTrans" cxnId="{273FC37F-5550-4B6C-BFCF-1692DEC6AC0F}">
      <dgm:prSet/>
      <dgm:spPr/>
      <dgm:t>
        <a:bodyPr/>
        <a:lstStyle/>
        <a:p>
          <a:endParaRPr lang="en-US"/>
        </a:p>
      </dgm:t>
    </dgm:pt>
    <dgm:pt modelId="{5FCBE8A9-2C17-4FE0-B83F-8355F2C7A0CD}" type="sibTrans" cxnId="{273FC37F-5550-4B6C-BFCF-1692DEC6AC0F}">
      <dgm:prSet/>
      <dgm:spPr/>
      <dgm:t>
        <a:bodyPr/>
        <a:lstStyle/>
        <a:p>
          <a:endParaRPr lang="en-US"/>
        </a:p>
      </dgm:t>
    </dgm:pt>
    <dgm:pt modelId="{835F7D3E-2869-472A-AAE1-DE45A1C8949C}">
      <dgm:prSet/>
      <dgm:spPr/>
      <dgm:t>
        <a:bodyPr/>
        <a:lstStyle/>
        <a:p>
          <a:r>
            <a:rPr lang="pt-BR" b="1"/>
            <a:t>Problema que resolve:</a:t>
          </a:r>
          <a:r>
            <a:rPr lang="pt-BR"/>
            <a:t> IAs não têm memória entre sessões por padrão</a:t>
          </a:r>
          <a:endParaRPr lang="en-US"/>
        </a:p>
      </dgm:t>
    </dgm:pt>
    <dgm:pt modelId="{2F1DC7E5-D9AA-4660-A877-C06C88BE3F42}" type="parTrans" cxnId="{E8F7132E-AABB-4BEC-A020-7426D654276F}">
      <dgm:prSet/>
      <dgm:spPr/>
      <dgm:t>
        <a:bodyPr/>
        <a:lstStyle/>
        <a:p>
          <a:endParaRPr lang="en-US"/>
        </a:p>
      </dgm:t>
    </dgm:pt>
    <dgm:pt modelId="{EF41D363-B1A1-4276-AEAE-8F40A32B70C2}" type="sibTrans" cxnId="{E8F7132E-AABB-4BEC-A020-7426D654276F}">
      <dgm:prSet/>
      <dgm:spPr/>
      <dgm:t>
        <a:bodyPr/>
        <a:lstStyle/>
        <a:p>
          <a:endParaRPr lang="en-US"/>
        </a:p>
      </dgm:t>
    </dgm:pt>
    <dgm:pt modelId="{FA7BAF19-5F7E-4956-AABB-E43B6F37A040}">
      <dgm:prSet/>
      <dgm:spPr/>
      <dgm:t>
        <a:bodyPr/>
        <a:lstStyle/>
        <a:p>
          <a:r>
            <a:rPr lang="pt-BR" b="1"/>
            <a:t>O que pode ser injetado:</a:t>
          </a:r>
          <a:r>
            <a:rPr lang="pt-BR"/>
            <a:t> seu perfil, estilo de escrita, preferências, restrições recorrentes</a:t>
          </a:r>
          <a:endParaRPr lang="en-US"/>
        </a:p>
      </dgm:t>
    </dgm:pt>
    <dgm:pt modelId="{A510ECA1-4CBF-4C34-A158-0A43BFFAC437}" type="parTrans" cxnId="{DA410BE4-E40D-4344-A572-39CA09216A2E}">
      <dgm:prSet/>
      <dgm:spPr/>
      <dgm:t>
        <a:bodyPr/>
        <a:lstStyle/>
        <a:p>
          <a:endParaRPr lang="en-US"/>
        </a:p>
      </dgm:t>
    </dgm:pt>
    <dgm:pt modelId="{6DEB8468-97D6-4AE8-A2D6-2E5FADD3A561}" type="sibTrans" cxnId="{DA410BE4-E40D-4344-A572-39CA09216A2E}">
      <dgm:prSet/>
      <dgm:spPr/>
      <dgm:t>
        <a:bodyPr/>
        <a:lstStyle/>
        <a:p>
          <a:endParaRPr lang="en-US"/>
        </a:p>
      </dgm:t>
    </dgm:pt>
    <dgm:pt modelId="{0A08E636-2108-483F-9699-CD941453485D}">
      <dgm:prSet/>
      <dgm:spPr/>
      <dgm:t>
        <a:bodyPr/>
        <a:lstStyle/>
        <a:p>
          <a:r>
            <a:rPr lang="pt-BR" b="1"/>
            <a:t>Quando usar:</a:t>
          </a:r>
          <a:r>
            <a:rPr lang="pt-BR"/>
            <a:t> fluxos de trabalho repetitivos, projetos longos, consultorias contínuas</a:t>
          </a:r>
          <a:endParaRPr lang="en-US"/>
        </a:p>
      </dgm:t>
    </dgm:pt>
    <dgm:pt modelId="{241F34CD-0D22-498E-8584-007CB1C8F510}" type="parTrans" cxnId="{179CF295-CAD9-485F-B416-347EC5B92E53}">
      <dgm:prSet/>
      <dgm:spPr/>
      <dgm:t>
        <a:bodyPr/>
        <a:lstStyle/>
        <a:p>
          <a:endParaRPr lang="en-US"/>
        </a:p>
      </dgm:t>
    </dgm:pt>
    <dgm:pt modelId="{58B551E1-0404-4BF1-8B58-35942A67F98C}" type="sibTrans" cxnId="{179CF295-CAD9-485F-B416-347EC5B92E53}">
      <dgm:prSet/>
      <dgm:spPr/>
      <dgm:t>
        <a:bodyPr/>
        <a:lstStyle/>
        <a:p>
          <a:endParaRPr lang="en-US"/>
        </a:p>
      </dgm:t>
    </dgm:pt>
    <dgm:pt modelId="{FA13B80E-9CCE-4067-85AE-5E3A1ABBD2F9}">
      <dgm:prSet/>
      <dgm:spPr/>
      <dgm:t>
        <a:bodyPr/>
        <a:lstStyle/>
        <a:p>
          <a:r>
            <a:rPr lang="pt-BR"/>
            <a:t>Funciona como um "briefing permanente" antes de cada tarefa</a:t>
          </a:r>
          <a:endParaRPr lang="en-US"/>
        </a:p>
      </dgm:t>
    </dgm:pt>
    <dgm:pt modelId="{1F732AB4-128B-4D96-935F-D2C341A9880F}" type="parTrans" cxnId="{B894656D-4672-459F-99A0-208E8E56A0DC}">
      <dgm:prSet/>
      <dgm:spPr/>
      <dgm:t>
        <a:bodyPr/>
        <a:lstStyle/>
        <a:p>
          <a:endParaRPr lang="en-US"/>
        </a:p>
      </dgm:t>
    </dgm:pt>
    <dgm:pt modelId="{C0CE3161-317A-4CD9-9A2E-AE04ABB49FC8}" type="sibTrans" cxnId="{B894656D-4672-459F-99A0-208E8E56A0DC}">
      <dgm:prSet/>
      <dgm:spPr/>
      <dgm:t>
        <a:bodyPr/>
        <a:lstStyle/>
        <a:p>
          <a:endParaRPr lang="en-US"/>
        </a:p>
      </dgm:t>
    </dgm:pt>
    <dgm:pt modelId="{E82A136F-8686-4B6E-92E0-159D1EAD70FE}" type="pres">
      <dgm:prSet presAssocID="{D3CD2699-400B-4155-8449-EA8420201C50}" presName="root" presStyleCnt="0">
        <dgm:presLayoutVars>
          <dgm:dir/>
          <dgm:resizeHandles val="exact"/>
        </dgm:presLayoutVars>
      </dgm:prSet>
      <dgm:spPr/>
    </dgm:pt>
    <dgm:pt modelId="{7E022FC9-C7AB-478B-9715-ABE820AEAFDE}" type="pres">
      <dgm:prSet presAssocID="{41A9F159-F549-46AF-8E0A-660038D95F79}" presName="compNode" presStyleCnt="0"/>
      <dgm:spPr/>
    </dgm:pt>
    <dgm:pt modelId="{1CB0724A-32B3-4013-A524-4BE649D89ADE}" type="pres">
      <dgm:prSet presAssocID="{41A9F159-F549-46AF-8E0A-660038D95F79}" presName="bgRect" presStyleLbl="bgShp" presStyleIdx="0" presStyleCnt="5"/>
      <dgm:spPr/>
    </dgm:pt>
    <dgm:pt modelId="{37F679A4-2B36-4050-8BF5-808B04F1AF5D}" type="pres">
      <dgm:prSet presAssocID="{41A9F159-F549-46AF-8E0A-660038D95F7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BF0A49DF-E66D-49EC-91A9-086665A455E6}" type="pres">
      <dgm:prSet presAssocID="{41A9F159-F549-46AF-8E0A-660038D95F79}" presName="spaceRect" presStyleCnt="0"/>
      <dgm:spPr/>
    </dgm:pt>
    <dgm:pt modelId="{5FDBE0D5-1963-474B-849B-060670B30A18}" type="pres">
      <dgm:prSet presAssocID="{41A9F159-F549-46AF-8E0A-660038D95F79}" presName="parTx" presStyleLbl="revTx" presStyleIdx="0" presStyleCnt="5">
        <dgm:presLayoutVars>
          <dgm:chMax val="0"/>
          <dgm:chPref val="0"/>
        </dgm:presLayoutVars>
      </dgm:prSet>
      <dgm:spPr/>
    </dgm:pt>
    <dgm:pt modelId="{8192F510-FAC3-4659-9156-7CFE3EC32F19}" type="pres">
      <dgm:prSet presAssocID="{5FCBE8A9-2C17-4FE0-B83F-8355F2C7A0CD}" presName="sibTrans" presStyleCnt="0"/>
      <dgm:spPr/>
    </dgm:pt>
    <dgm:pt modelId="{9C26CC27-0C2B-48C9-9399-8B8CFF27777B}" type="pres">
      <dgm:prSet presAssocID="{835F7D3E-2869-472A-AAE1-DE45A1C8949C}" presName="compNode" presStyleCnt="0"/>
      <dgm:spPr/>
    </dgm:pt>
    <dgm:pt modelId="{2651A213-29A6-416C-B683-07D6FFB7403D}" type="pres">
      <dgm:prSet presAssocID="{835F7D3E-2869-472A-AAE1-DE45A1C8949C}" presName="bgRect" presStyleLbl="bgShp" presStyleIdx="1" presStyleCnt="5"/>
      <dgm:spPr/>
    </dgm:pt>
    <dgm:pt modelId="{E1452316-E4E6-470A-A431-19AB5B398DF3}" type="pres">
      <dgm:prSet presAssocID="{835F7D3E-2869-472A-AAE1-DE45A1C8949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8AB3A2BD-4001-4E1F-8F60-96E780E9C739}" type="pres">
      <dgm:prSet presAssocID="{835F7D3E-2869-472A-AAE1-DE45A1C8949C}" presName="spaceRect" presStyleCnt="0"/>
      <dgm:spPr/>
    </dgm:pt>
    <dgm:pt modelId="{7B3A3526-E3CF-4BDF-81EB-B56D4D04145B}" type="pres">
      <dgm:prSet presAssocID="{835F7D3E-2869-472A-AAE1-DE45A1C8949C}" presName="parTx" presStyleLbl="revTx" presStyleIdx="1" presStyleCnt="5">
        <dgm:presLayoutVars>
          <dgm:chMax val="0"/>
          <dgm:chPref val="0"/>
        </dgm:presLayoutVars>
      </dgm:prSet>
      <dgm:spPr/>
    </dgm:pt>
    <dgm:pt modelId="{1E14E379-8E7E-49A1-99A4-CEB6F917298B}" type="pres">
      <dgm:prSet presAssocID="{EF41D363-B1A1-4276-AEAE-8F40A32B70C2}" presName="sibTrans" presStyleCnt="0"/>
      <dgm:spPr/>
    </dgm:pt>
    <dgm:pt modelId="{B05FE5F9-F0D2-4665-B36F-AEF8D3E3289E}" type="pres">
      <dgm:prSet presAssocID="{FA7BAF19-5F7E-4956-AABB-E43B6F37A040}" presName="compNode" presStyleCnt="0"/>
      <dgm:spPr/>
    </dgm:pt>
    <dgm:pt modelId="{87EF0C2E-7B71-4FF1-A11B-8F2403F754F3}" type="pres">
      <dgm:prSet presAssocID="{FA7BAF19-5F7E-4956-AABB-E43B6F37A040}" presName="bgRect" presStyleLbl="bgShp" presStyleIdx="2" presStyleCnt="5"/>
      <dgm:spPr/>
    </dgm:pt>
    <dgm:pt modelId="{9311F860-9351-4E88-8EAC-C9ED9EEE4B4D}" type="pres">
      <dgm:prSet presAssocID="{FA7BAF19-5F7E-4956-AABB-E43B6F37A04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6C81D66D-6186-41A7-B851-47275EB61A39}" type="pres">
      <dgm:prSet presAssocID="{FA7BAF19-5F7E-4956-AABB-E43B6F37A040}" presName="spaceRect" presStyleCnt="0"/>
      <dgm:spPr/>
    </dgm:pt>
    <dgm:pt modelId="{C48DF9EE-E496-4DAF-8B5D-9E29C44F8FE4}" type="pres">
      <dgm:prSet presAssocID="{FA7BAF19-5F7E-4956-AABB-E43B6F37A040}" presName="parTx" presStyleLbl="revTx" presStyleIdx="2" presStyleCnt="5">
        <dgm:presLayoutVars>
          <dgm:chMax val="0"/>
          <dgm:chPref val="0"/>
        </dgm:presLayoutVars>
      </dgm:prSet>
      <dgm:spPr/>
    </dgm:pt>
    <dgm:pt modelId="{FA516BEA-02B7-44E8-8BA5-EEFE93B7FB1D}" type="pres">
      <dgm:prSet presAssocID="{6DEB8468-97D6-4AE8-A2D6-2E5FADD3A561}" presName="sibTrans" presStyleCnt="0"/>
      <dgm:spPr/>
    </dgm:pt>
    <dgm:pt modelId="{3191376E-7C75-4EDE-990F-970E69973A9A}" type="pres">
      <dgm:prSet presAssocID="{0A08E636-2108-483F-9699-CD941453485D}" presName="compNode" presStyleCnt="0"/>
      <dgm:spPr/>
    </dgm:pt>
    <dgm:pt modelId="{BA973C87-B216-42B9-A085-FEFED63100EB}" type="pres">
      <dgm:prSet presAssocID="{0A08E636-2108-483F-9699-CD941453485D}" presName="bgRect" presStyleLbl="bgShp" presStyleIdx="3" presStyleCnt="5"/>
      <dgm:spPr/>
    </dgm:pt>
    <dgm:pt modelId="{792F59DB-D225-4467-BF11-C3876CC21AB4}" type="pres">
      <dgm:prSet presAssocID="{0A08E636-2108-483F-9699-CD941453485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112F3B4E-80D6-4329-AB1A-845CD54A4978}" type="pres">
      <dgm:prSet presAssocID="{0A08E636-2108-483F-9699-CD941453485D}" presName="spaceRect" presStyleCnt="0"/>
      <dgm:spPr/>
    </dgm:pt>
    <dgm:pt modelId="{3436DE33-F766-4A56-83EC-2DFD243AF4C7}" type="pres">
      <dgm:prSet presAssocID="{0A08E636-2108-483F-9699-CD941453485D}" presName="parTx" presStyleLbl="revTx" presStyleIdx="3" presStyleCnt="5">
        <dgm:presLayoutVars>
          <dgm:chMax val="0"/>
          <dgm:chPref val="0"/>
        </dgm:presLayoutVars>
      </dgm:prSet>
      <dgm:spPr/>
    </dgm:pt>
    <dgm:pt modelId="{3C260453-30FC-451D-B62B-218BB2BD0804}" type="pres">
      <dgm:prSet presAssocID="{58B551E1-0404-4BF1-8B58-35942A67F98C}" presName="sibTrans" presStyleCnt="0"/>
      <dgm:spPr/>
    </dgm:pt>
    <dgm:pt modelId="{55659C00-671E-4651-A5E7-3E425D7E74C4}" type="pres">
      <dgm:prSet presAssocID="{FA13B80E-9CCE-4067-85AE-5E3A1ABBD2F9}" presName="compNode" presStyleCnt="0"/>
      <dgm:spPr/>
    </dgm:pt>
    <dgm:pt modelId="{76FE5277-CA73-43F8-9580-37370D98A6EC}" type="pres">
      <dgm:prSet presAssocID="{FA13B80E-9CCE-4067-85AE-5E3A1ABBD2F9}" presName="bgRect" presStyleLbl="bgShp" presStyleIdx="4" presStyleCnt="5"/>
      <dgm:spPr/>
    </dgm:pt>
    <dgm:pt modelId="{9AEC6061-A0E7-493B-9F15-E9ED70DC6B3E}" type="pres">
      <dgm:prSet presAssocID="{FA13B80E-9CCE-4067-85AE-5E3A1ABBD2F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F40CEA5E-C290-4842-AFA0-794F3458444E}" type="pres">
      <dgm:prSet presAssocID="{FA13B80E-9CCE-4067-85AE-5E3A1ABBD2F9}" presName="spaceRect" presStyleCnt="0"/>
      <dgm:spPr/>
    </dgm:pt>
    <dgm:pt modelId="{B45D6CFC-B3BB-4410-ABAA-12F602852FB2}" type="pres">
      <dgm:prSet presAssocID="{FA13B80E-9CCE-4067-85AE-5E3A1ABBD2F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8F7132E-AABB-4BEC-A020-7426D654276F}" srcId="{D3CD2699-400B-4155-8449-EA8420201C50}" destId="{835F7D3E-2869-472A-AAE1-DE45A1C8949C}" srcOrd="1" destOrd="0" parTransId="{2F1DC7E5-D9AA-4660-A877-C06C88BE3F42}" sibTransId="{EF41D363-B1A1-4276-AEAE-8F40A32B70C2}"/>
    <dgm:cxn modelId="{B894656D-4672-459F-99A0-208E8E56A0DC}" srcId="{D3CD2699-400B-4155-8449-EA8420201C50}" destId="{FA13B80E-9CCE-4067-85AE-5E3A1ABBD2F9}" srcOrd="4" destOrd="0" parTransId="{1F732AB4-128B-4D96-935F-D2C341A9880F}" sibTransId="{C0CE3161-317A-4CD9-9A2E-AE04ABB49FC8}"/>
    <dgm:cxn modelId="{273FC37F-5550-4B6C-BFCF-1692DEC6AC0F}" srcId="{D3CD2699-400B-4155-8449-EA8420201C50}" destId="{41A9F159-F549-46AF-8E0A-660038D95F79}" srcOrd="0" destOrd="0" parTransId="{36B0EB62-FB85-462E-B7DD-1B18A47899BB}" sibTransId="{5FCBE8A9-2C17-4FE0-B83F-8355F2C7A0CD}"/>
    <dgm:cxn modelId="{B4F2158D-2D18-4391-9624-6BBA1AC1BAB9}" type="presOf" srcId="{D3CD2699-400B-4155-8449-EA8420201C50}" destId="{E82A136F-8686-4B6E-92E0-159D1EAD70FE}" srcOrd="0" destOrd="0" presId="urn:microsoft.com/office/officeart/2018/2/layout/IconVerticalSolidList"/>
    <dgm:cxn modelId="{179CF295-CAD9-485F-B416-347EC5B92E53}" srcId="{D3CD2699-400B-4155-8449-EA8420201C50}" destId="{0A08E636-2108-483F-9699-CD941453485D}" srcOrd="3" destOrd="0" parTransId="{241F34CD-0D22-498E-8584-007CB1C8F510}" sibTransId="{58B551E1-0404-4BF1-8B58-35942A67F98C}"/>
    <dgm:cxn modelId="{CD4352B8-F6BA-4C87-95E3-D28FF5530DD1}" type="presOf" srcId="{835F7D3E-2869-472A-AAE1-DE45A1C8949C}" destId="{7B3A3526-E3CF-4BDF-81EB-B56D4D04145B}" srcOrd="0" destOrd="0" presId="urn:microsoft.com/office/officeart/2018/2/layout/IconVerticalSolidList"/>
    <dgm:cxn modelId="{F86F86C2-2D0C-48CA-B760-3DB1F96FA4DE}" type="presOf" srcId="{41A9F159-F549-46AF-8E0A-660038D95F79}" destId="{5FDBE0D5-1963-474B-849B-060670B30A18}" srcOrd="0" destOrd="0" presId="urn:microsoft.com/office/officeart/2018/2/layout/IconVerticalSolidList"/>
    <dgm:cxn modelId="{56EE33D3-06A5-497B-A5BF-D6647EA51882}" type="presOf" srcId="{FA7BAF19-5F7E-4956-AABB-E43B6F37A040}" destId="{C48DF9EE-E496-4DAF-8B5D-9E29C44F8FE4}" srcOrd="0" destOrd="0" presId="urn:microsoft.com/office/officeart/2018/2/layout/IconVerticalSolidList"/>
    <dgm:cxn modelId="{DA410BE4-E40D-4344-A572-39CA09216A2E}" srcId="{D3CD2699-400B-4155-8449-EA8420201C50}" destId="{FA7BAF19-5F7E-4956-AABB-E43B6F37A040}" srcOrd="2" destOrd="0" parTransId="{A510ECA1-4CBF-4C34-A158-0A43BFFAC437}" sibTransId="{6DEB8468-97D6-4AE8-A2D6-2E5FADD3A561}"/>
    <dgm:cxn modelId="{3AAD5EF4-7074-464B-82D2-529C29CFBD32}" type="presOf" srcId="{FA13B80E-9CCE-4067-85AE-5E3A1ABBD2F9}" destId="{B45D6CFC-B3BB-4410-ABAA-12F602852FB2}" srcOrd="0" destOrd="0" presId="urn:microsoft.com/office/officeart/2018/2/layout/IconVerticalSolidList"/>
    <dgm:cxn modelId="{B9E2CEF9-ACAB-4F36-AE57-E61D1833FC82}" type="presOf" srcId="{0A08E636-2108-483F-9699-CD941453485D}" destId="{3436DE33-F766-4A56-83EC-2DFD243AF4C7}" srcOrd="0" destOrd="0" presId="urn:microsoft.com/office/officeart/2018/2/layout/IconVerticalSolidList"/>
    <dgm:cxn modelId="{A5039712-64CA-43F8-A313-F7476C7C8864}" type="presParOf" srcId="{E82A136F-8686-4B6E-92E0-159D1EAD70FE}" destId="{7E022FC9-C7AB-478B-9715-ABE820AEAFDE}" srcOrd="0" destOrd="0" presId="urn:microsoft.com/office/officeart/2018/2/layout/IconVerticalSolidList"/>
    <dgm:cxn modelId="{974C5CEE-CADA-47F7-A8C9-9E9B61046D7D}" type="presParOf" srcId="{7E022FC9-C7AB-478B-9715-ABE820AEAFDE}" destId="{1CB0724A-32B3-4013-A524-4BE649D89ADE}" srcOrd="0" destOrd="0" presId="urn:microsoft.com/office/officeart/2018/2/layout/IconVerticalSolidList"/>
    <dgm:cxn modelId="{94722ED4-3EDF-4C28-B279-6C3404A9C565}" type="presParOf" srcId="{7E022FC9-C7AB-478B-9715-ABE820AEAFDE}" destId="{37F679A4-2B36-4050-8BF5-808B04F1AF5D}" srcOrd="1" destOrd="0" presId="urn:microsoft.com/office/officeart/2018/2/layout/IconVerticalSolidList"/>
    <dgm:cxn modelId="{BA000850-EA10-4763-A2E7-77FB0EDC0503}" type="presParOf" srcId="{7E022FC9-C7AB-478B-9715-ABE820AEAFDE}" destId="{BF0A49DF-E66D-49EC-91A9-086665A455E6}" srcOrd="2" destOrd="0" presId="urn:microsoft.com/office/officeart/2018/2/layout/IconVerticalSolidList"/>
    <dgm:cxn modelId="{23357B28-7A95-40F4-BBA6-21991A4131E3}" type="presParOf" srcId="{7E022FC9-C7AB-478B-9715-ABE820AEAFDE}" destId="{5FDBE0D5-1963-474B-849B-060670B30A18}" srcOrd="3" destOrd="0" presId="urn:microsoft.com/office/officeart/2018/2/layout/IconVerticalSolidList"/>
    <dgm:cxn modelId="{2F7181FD-F8E8-4010-8BC0-5CC174FD96A7}" type="presParOf" srcId="{E82A136F-8686-4B6E-92E0-159D1EAD70FE}" destId="{8192F510-FAC3-4659-9156-7CFE3EC32F19}" srcOrd="1" destOrd="0" presId="urn:microsoft.com/office/officeart/2018/2/layout/IconVerticalSolidList"/>
    <dgm:cxn modelId="{710322BD-F580-4049-B7E3-FC8F993FDB3E}" type="presParOf" srcId="{E82A136F-8686-4B6E-92E0-159D1EAD70FE}" destId="{9C26CC27-0C2B-48C9-9399-8B8CFF27777B}" srcOrd="2" destOrd="0" presId="urn:microsoft.com/office/officeart/2018/2/layout/IconVerticalSolidList"/>
    <dgm:cxn modelId="{897BF196-060F-4E8A-B453-34F95882104C}" type="presParOf" srcId="{9C26CC27-0C2B-48C9-9399-8B8CFF27777B}" destId="{2651A213-29A6-416C-B683-07D6FFB7403D}" srcOrd="0" destOrd="0" presId="urn:microsoft.com/office/officeart/2018/2/layout/IconVerticalSolidList"/>
    <dgm:cxn modelId="{8E4DA094-9688-4C90-BACB-70D410BBCD1B}" type="presParOf" srcId="{9C26CC27-0C2B-48C9-9399-8B8CFF27777B}" destId="{E1452316-E4E6-470A-A431-19AB5B398DF3}" srcOrd="1" destOrd="0" presId="urn:microsoft.com/office/officeart/2018/2/layout/IconVerticalSolidList"/>
    <dgm:cxn modelId="{676785AD-7BEB-4AD1-AE38-4C1129525895}" type="presParOf" srcId="{9C26CC27-0C2B-48C9-9399-8B8CFF27777B}" destId="{8AB3A2BD-4001-4E1F-8F60-96E780E9C739}" srcOrd="2" destOrd="0" presId="urn:microsoft.com/office/officeart/2018/2/layout/IconVerticalSolidList"/>
    <dgm:cxn modelId="{4CEE8A29-57E1-4529-827E-F3E0ADB48397}" type="presParOf" srcId="{9C26CC27-0C2B-48C9-9399-8B8CFF27777B}" destId="{7B3A3526-E3CF-4BDF-81EB-B56D4D04145B}" srcOrd="3" destOrd="0" presId="urn:microsoft.com/office/officeart/2018/2/layout/IconVerticalSolidList"/>
    <dgm:cxn modelId="{2DEB8C77-1395-4823-B6CC-4C4D8249608C}" type="presParOf" srcId="{E82A136F-8686-4B6E-92E0-159D1EAD70FE}" destId="{1E14E379-8E7E-49A1-99A4-CEB6F917298B}" srcOrd="3" destOrd="0" presId="urn:microsoft.com/office/officeart/2018/2/layout/IconVerticalSolidList"/>
    <dgm:cxn modelId="{504D2E37-9AE3-442A-A11B-AAD8FA035EF8}" type="presParOf" srcId="{E82A136F-8686-4B6E-92E0-159D1EAD70FE}" destId="{B05FE5F9-F0D2-4665-B36F-AEF8D3E3289E}" srcOrd="4" destOrd="0" presId="urn:microsoft.com/office/officeart/2018/2/layout/IconVerticalSolidList"/>
    <dgm:cxn modelId="{6233A04E-7A22-41D5-A96F-3A13139AA291}" type="presParOf" srcId="{B05FE5F9-F0D2-4665-B36F-AEF8D3E3289E}" destId="{87EF0C2E-7B71-4FF1-A11B-8F2403F754F3}" srcOrd="0" destOrd="0" presId="urn:microsoft.com/office/officeart/2018/2/layout/IconVerticalSolidList"/>
    <dgm:cxn modelId="{39B0845C-9F56-4B82-96C4-AC60D8EC7524}" type="presParOf" srcId="{B05FE5F9-F0D2-4665-B36F-AEF8D3E3289E}" destId="{9311F860-9351-4E88-8EAC-C9ED9EEE4B4D}" srcOrd="1" destOrd="0" presId="urn:microsoft.com/office/officeart/2018/2/layout/IconVerticalSolidList"/>
    <dgm:cxn modelId="{851F477E-758C-4901-AA56-C9CCEE0FB6B4}" type="presParOf" srcId="{B05FE5F9-F0D2-4665-B36F-AEF8D3E3289E}" destId="{6C81D66D-6186-41A7-B851-47275EB61A39}" srcOrd="2" destOrd="0" presId="urn:microsoft.com/office/officeart/2018/2/layout/IconVerticalSolidList"/>
    <dgm:cxn modelId="{395C58A6-B26B-4BAE-BF24-1AE62811DD32}" type="presParOf" srcId="{B05FE5F9-F0D2-4665-B36F-AEF8D3E3289E}" destId="{C48DF9EE-E496-4DAF-8B5D-9E29C44F8FE4}" srcOrd="3" destOrd="0" presId="urn:microsoft.com/office/officeart/2018/2/layout/IconVerticalSolidList"/>
    <dgm:cxn modelId="{BBEBF14E-BDF3-4713-B2F2-F957D9FE462F}" type="presParOf" srcId="{E82A136F-8686-4B6E-92E0-159D1EAD70FE}" destId="{FA516BEA-02B7-44E8-8BA5-EEFE93B7FB1D}" srcOrd="5" destOrd="0" presId="urn:microsoft.com/office/officeart/2018/2/layout/IconVerticalSolidList"/>
    <dgm:cxn modelId="{FEE32B7F-3AC5-447D-A9E6-50D637F08173}" type="presParOf" srcId="{E82A136F-8686-4B6E-92E0-159D1EAD70FE}" destId="{3191376E-7C75-4EDE-990F-970E69973A9A}" srcOrd="6" destOrd="0" presId="urn:microsoft.com/office/officeart/2018/2/layout/IconVerticalSolidList"/>
    <dgm:cxn modelId="{20DCA582-434D-44C8-BD9A-2E44231C27F3}" type="presParOf" srcId="{3191376E-7C75-4EDE-990F-970E69973A9A}" destId="{BA973C87-B216-42B9-A085-FEFED63100EB}" srcOrd="0" destOrd="0" presId="urn:microsoft.com/office/officeart/2018/2/layout/IconVerticalSolidList"/>
    <dgm:cxn modelId="{9D670591-D9E3-48D8-92B3-48FEF77E9A87}" type="presParOf" srcId="{3191376E-7C75-4EDE-990F-970E69973A9A}" destId="{792F59DB-D225-4467-BF11-C3876CC21AB4}" srcOrd="1" destOrd="0" presId="urn:microsoft.com/office/officeart/2018/2/layout/IconVerticalSolidList"/>
    <dgm:cxn modelId="{FF6786F3-857C-4775-900F-2DA2DA3E28C4}" type="presParOf" srcId="{3191376E-7C75-4EDE-990F-970E69973A9A}" destId="{112F3B4E-80D6-4329-AB1A-845CD54A4978}" srcOrd="2" destOrd="0" presId="urn:microsoft.com/office/officeart/2018/2/layout/IconVerticalSolidList"/>
    <dgm:cxn modelId="{E7DA1638-961C-439A-B4F3-362263E245B9}" type="presParOf" srcId="{3191376E-7C75-4EDE-990F-970E69973A9A}" destId="{3436DE33-F766-4A56-83EC-2DFD243AF4C7}" srcOrd="3" destOrd="0" presId="urn:microsoft.com/office/officeart/2018/2/layout/IconVerticalSolidList"/>
    <dgm:cxn modelId="{489812D8-0189-45AF-B634-D4D0FF17B391}" type="presParOf" srcId="{E82A136F-8686-4B6E-92E0-159D1EAD70FE}" destId="{3C260453-30FC-451D-B62B-218BB2BD0804}" srcOrd="7" destOrd="0" presId="urn:microsoft.com/office/officeart/2018/2/layout/IconVerticalSolidList"/>
    <dgm:cxn modelId="{E82B957A-499F-4149-9DAA-69192A2C6E5D}" type="presParOf" srcId="{E82A136F-8686-4B6E-92E0-159D1EAD70FE}" destId="{55659C00-671E-4651-A5E7-3E425D7E74C4}" srcOrd="8" destOrd="0" presId="urn:microsoft.com/office/officeart/2018/2/layout/IconVerticalSolidList"/>
    <dgm:cxn modelId="{94CD3F19-3432-4880-968C-A825671CE255}" type="presParOf" srcId="{55659C00-671E-4651-A5E7-3E425D7E74C4}" destId="{76FE5277-CA73-43F8-9580-37370D98A6EC}" srcOrd="0" destOrd="0" presId="urn:microsoft.com/office/officeart/2018/2/layout/IconVerticalSolidList"/>
    <dgm:cxn modelId="{710B15BE-6F86-415A-A8CC-93232D2D7CD0}" type="presParOf" srcId="{55659C00-671E-4651-A5E7-3E425D7E74C4}" destId="{9AEC6061-A0E7-493B-9F15-E9ED70DC6B3E}" srcOrd="1" destOrd="0" presId="urn:microsoft.com/office/officeart/2018/2/layout/IconVerticalSolidList"/>
    <dgm:cxn modelId="{E0150ED6-5139-4817-8AF8-5940EF640DFE}" type="presParOf" srcId="{55659C00-671E-4651-A5E7-3E425D7E74C4}" destId="{F40CEA5E-C290-4842-AFA0-794F3458444E}" srcOrd="2" destOrd="0" presId="urn:microsoft.com/office/officeart/2018/2/layout/IconVerticalSolidList"/>
    <dgm:cxn modelId="{E46880ED-2120-4B27-8AC9-777E788526C0}" type="presParOf" srcId="{55659C00-671E-4651-A5E7-3E425D7E74C4}" destId="{B45D6CFC-B3BB-4410-ABAA-12F602852F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22ACFE-BBDA-4751-B44F-7950BBAC61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DE44F5-BFB4-4811-83DF-CD5B26E47B7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O que é:</a:t>
          </a:r>
          <a:r>
            <a:rPr lang="pt-BR"/>
            <a:t> em vez de dar todas as instruções, pedir que a IA pergunte o que precisa saber antes de executar</a:t>
          </a:r>
          <a:endParaRPr lang="en-US"/>
        </a:p>
      </dgm:t>
    </dgm:pt>
    <dgm:pt modelId="{8678363C-95C8-493F-8A35-49AE27B7AE89}" type="parTrans" cxnId="{C377DECA-27D1-4DC9-8A8B-EEE7853A223C}">
      <dgm:prSet/>
      <dgm:spPr/>
      <dgm:t>
        <a:bodyPr/>
        <a:lstStyle/>
        <a:p>
          <a:endParaRPr lang="en-US"/>
        </a:p>
      </dgm:t>
    </dgm:pt>
    <dgm:pt modelId="{6C42A17D-6F18-4831-8C41-595458B141F9}" type="sibTrans" cxnId="{C377DECA-27D1-4DC9-8A8B-EEE7853A223C}">
      <dgm:prSet/>
      <dgm:spPr/>
      <dgm:t>
        <a:bodyPr/>
        <a:lstStyle/>
        <a:p>
          <a:endParaRPr lang="en-US"/>
        </a:p>
      </dgm:t>
    </dgm:pt>
    <dgm:pt modelId="{9545C2BF-1939-4BA1-AF53-2B52D19636D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Princípio:</a:t>
          </a:r>
          <a:r>
            <a:rPr lang="pt-BR"/>
            <a:t> forçar o modelo a identificar lacunas antes de agir</a:t>
          </a:r>
          <a:endParaRPr lang="en-US"/>
        </a:p>
      </dgm:t>
    </dgm:pt>
    <dgm:pt modelId="{504818FE-A763-488B-B32E-F9343EEF67C7}" type="parTrans" cxnId="{4C8D3EA0-3B67-4BD8-B90F-26AFBF09E721}">
      <dgm:prSet/>
      <dgm:spPr/>
      <dgm:t>
        <a:bodyPr/>
        <a:lstStyle/>
        <a:p>
          <a:endParaRPr lang="en-US"/>
        </a:p>
      </dgm:t>
    </dgm:pt>
    <dgm:pt modelId="{85C6A935-0FA7-435D-90B8-4BDF016DCC06}" type="sibTrans" cxnId="{4C8D3EA0-3B67-4BD8-B90F-26AFBF09E721}">
      <dgm:prSet/>
      <dgm:spPr/>
      <dgm:t>
        <a:bodyPr/>
        <a:lstStyle/>
        <a:p>
          <a:endParaRPr lang="en-US"/>
        </a:p>
      </dgm:t>
    </dgm:pt>
    <dgm:pt modelId="{80E57D8C-F865-4F7D-A634-0BEF716124C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Quando usar:</a:t>
          </a:r>
          <a:r>
            <a:rPr lang="pt-BR"/>
            <a:t> tarefas complexas onde você mesmo não sabe exatamente o que quer</a:t>
          </a:r>
          <a:endParaRPr lang="en-US"/>
        </a:p>
      </dgm:t>
    </dgm:pt>
    <dgm:pt modelId="{F376651D-24FE-4DEE-A365-52432BE5CEA6}" type="parTrans" cxnId="{4891FCE7-CE6B-44C1-9690-81E6F8E4ED31}">
      <dgm:prSet/>
      <dgm:spPr/>
      <dgm:t>
        <a:bodyPr/>
        <a:lstStyle/>
        <a:p>
          <a:endParaRPr lang="en-US"/>
        </a:p>
      </dgm:t>
    </dgm:pt>
    <dgm:pt modelId="{BA668733-9729-429E-BAD4-131AB3E50FD4}" type="sibTrans" cxnId="{4891FCE7-CE6B-44C1-9690-81E6F8E4ED31}">
      <dgm:prSet/>
      <dgm:spPr/>
      <dgm:t>
        <a:bodyPr/>
        <a:lstStyle/>
        <a:p>
          <a:endParaRPr lang="en-US"/>
        </a:p>
      </dgm:t>
    </dgm:pt>
    <dgm:pt modelId="{838FB7D6-36EA-4786-AC3B-01C6B1EE5E9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Efeito colateral positivo:</a:t>
          </a:r>
          <a:r>
            <a:rPr lang="pt-BR"/>
            <a:t> ajuda o próprio usuário a clarificar seus objetivos</a:t>
          </a:r>
          <a:endParaRPr lang="en-US"/>
        </a:p>
      </dgm:t>
    </dgm:pt>
    <dgm:pt modelId="{F223666B-8D0E-45EB-BF8E-E3145316E5E2}" type="parTrans" cxnId="{7823B9DD-5CFD-4FD0-AF74-92B9FC2D8A55}">
      <dgm:prSet/>
      <dgm:spPr/>
      <dgm:t>
        <a:bodyPr/>
        <a:lstStyle/>
        <a:p>
          <a:endParaRPr lang="en-US"/>
        </a:p>
      </dgm:t>
    </dgm:pt>
    <dgm:pt modelId="{ABE717EB-1C63-48BE-8FA9-E5C5FA6606CD}" type="sibTrans" cxnId="{7823B9DD-5CFD-4FD0-AF74-92B9FC2D8A55}">
      <dgm:prSet/>
      <dgm:spPr/>
      <dgm:t>
        <a:bodyPr/>
        <a:lstStyle/>
        <a:p>
          <a:endParaRPr lang="en-US"/>
        </a:p>
      </dgm:t>
    </dgm:pt>
    <dgm:pt modelId="{F7B2922D-ED33-46EF-AD9E-718C2810D48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 modelo atua como consultor, não só como executor</a:t>
          </a:r>
          <a:endParaRPr lang="en-US"/>
        </a:p>
      </dgm:t>
    </dgm:pt>
    <dgm:pt modelId="{1A3AD520-21CF-42AC-B2A4-E1F90AC7FEA1}" type="parTrans" cxnId="{B8B594DB-635A-44E4-BC10-50EDEC8FBDCB}">
      <dgm:prSet/>
      <dgm:spPr/>
      <dgm:t>
        <a:bodyPr/>
        <a:lstStyle/>
        <a:p>
          <a:endParaRPr lang="en-US"/>
        </a:p>
      </dgm:t>
    </dgm:pt>
    <dgm:pt modelId="{91D3B770-8B0D-49E3-BDA0-D5F981C4FF6A}" type="sibTrans" cxnId="{B8B594DB-635A-44E4-BC10-50EDEC8FBDCB}">
      <dgm:prSet/>
      <dgm:spPr/>
      <dgm:t>
        <a:bodyPr/>
        <a:lstStyle/>
        <a:p>
          <a:endParaRPr lang="en-US"/>
        </a:p>
      </dgm:t>
    </dgm:pt>
    <dgm:pt modelId="{346B883B-D710-459E-AB72-5C29376F847A}" type="pres">
      <dgm:prSet presAssocID="{7622ACFE-BBDA-4751-B44F-7950BBAC6120}" presName="root" presStyleCnt="0">
        <dgm:presLayoutVars>
          <dgm:dir/>
          <dgm:resizeHandles val="exact"/>
        </dgm:presLayoutVars>
      </dgm:prSet>
      <dgm:spPr/>
    </dgm:pt>
    <dgm:pt modelId="{5B713D0B-5F52-422F-BA31-6230A0F1BD40}" type="pres">
      <dgm:prSet presAssocID="{E8DE44F5-BFB4-4811-83DF-CD5B26E47B71}" presName="compNode" presStyleCnt="0"/>
      <dgm:spPr/>
    </dgm:pt>
    <dgm:pt modelId="{EDE1A8CF-C35B-4EBF-A5DD-4ADD8C5EA487}" type="pres">
      <dgm:prSet presAssocID="{E8DE44F5-BFB4-4811-83DF-CD5B26E47B71}" presName="bgRect" presStyleLbl="bgShp" presStyleIdx="0" presStyleCnt="5"/>
      <dgm:spPr/>
    </dgm:pt>
    <dgm:pt modelId="{A045CDBB-8C5D-426D-8183-DD005E5A45FD}" type="pres">
      <dgm:prSet presAssocID="{E8DE44F5-BFB4-4811-83DF-CD5B26E47B7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CFC8B369-9FFD-4CDD-9ACB-69F1CF94FF61}" type="pres">
      <dgm:prSet presAssocID="{E8DE44F5-BFB4-4811-83DF-CD5B26E47B71}" presName="spaceRect" presStyleCnt="0"/>
      <dgm:spPr/>
    </dgm:pt>
    <dgm:pt modelId="{A904D1C3-8D0F-4C81-839F-52BCEA9D0FFB}" type="pres">
      <dgm:prSet presAssocID="{E8DE44F5-BFB4-4811-83DF-CD5B26E47B71}" presName="parTx" presStyleLbl="revTx" presStyleIdx="0" presStyleCnt="5">
        <dgm:presLayoutVars>
          <dgm:chMax val="0"/>
          <dgm:chPref val="0"/>
        </dgm:presLayoutVars>
      </dgm:prSet>
      <dgm:spPr/>
    </dgm:pt>
    <dgm:pt modelId="{428A5BCB-E90C-41DF-822B-A98D71E5AFF4}" type="pres">
      <dgm:prSet presAssocID="{6C42A17D-6F18-4831-8C41-595458B141F9}" presName="sibTrans" presStyleCnt="0"/>
      <dgm:spPr/>
    </dgm:pt>
    <dgm:pt modelId="{CCC255A1-C291-4F56-BCEC-555D906013C0}" type="pres">
      <dgm:prSet presAssocID="{9545C2BF-1939-4BA1-AF53-2B52D19636D7}" presName="compNode" presStyleCnt="0"/>
      <dgm:spPr/>
    </dgm:pt>
    <dgm:pt modelId="{B16C2E35-DAEB-485E-9262-632D5F491E6B}" type="pres">
      <dgm:prSet presAssocID="{9545C2BF-1939-4BA1-AF53-2B52D19636D7}" presName="bgRect" presStyleLbl="bgShp" presStyleIdx="1" presStyleCnt="5"/>
      <dgm:spPr/>
    </dgm:pt>
    <dgm:pt modelId="{739DD605-6601-4B62-8F77-090A286AF8C6}" type="pres">
      <dgm:prSet presAssocID="{9545C2BF-1939-4BA1-AF53-2B52D19636D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B959555-AE82-43C2-9659-4529E7587A8B}" type="pres">
      <dgm:prSet presAssocID="{9545C2BF-1939-4BA1-AF53-2B52D19636D7}" presName="spaceRect" presStyleCnt="0"/>
      <dgm:spPr/>
    </dgm:pt>
    <dgm:pt modelId="{0F2136CF-2BE5-4A68-8FC7-CCABE9AECB45}" type="pres">
      <dgm:prSet presAssocID="{9545C2BF-1939-4BA1-AF53-2B52D19636D7}" presName="parTx" presStyleLbl="revTx" presStyleIdx="1" presStyleCnt="5">
        <dgm:presLayoutVars>
          <dgm:chMax val="0"/>
          <dgm:chPref val="0"/>
        </dgm:presLayoutVars>
      </dgm:prSet>
      <dgm:spPr/>
    </dgm:pt>
    <dgm:pt modelId="{031891B8-9FD4-4ED2-9CCC-A1865C90BC9B}" type="pres">
      <dgm:prSet presAssocID="{85C6A935-0FA7-435D-90B8-4BDF016DCC06}" presName="sibTrans" presStyleCnt="0"/>
      <dgm:spPr/>
    </dgm:pt>
    <dgm:pt modelId="{855D37DD-800C-4482-8226-9FE5586D37B7}" type="pres">
      <dgm:prSet presAssocID="{80E57D8C-F865-4F7D-A634-0BEF716124C8}" presName="compNode" presStyleCnt="0"/>
      <dgm:spPr/>
    </dgm:pt>
    <dgm:pt modelId="{AD501512-7875-4004-B604-FFDF1A334D09}" type="pres">
      <dgm:prSet presAssocID="{80E57D8C-F865-4F7D-A634-0BEF716124C8}" presName="bgRect" presStyleLbl="bgShp" presStyleIdx="2" presStyleCnt="5"/>
      <dgm:spPr/>
    </dgm:pt>
    <dgm:pt modelId="{59329FBE-20EC-45D6-A6C2-9EFD14A5F6C5}" type="pres">
      <dgm:prSet presAssocID="{80E57D8C-F865-4F7D-A634-0BEF716124C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EFC33AD-B465-4E8B-B038-A8D9E34FC180}" type="pres">
      <dgm:prSet presAssocID="{80E57D8C-F865-4F7D-A634-0BEF716124C8}" presName="spaceRect" presStyleCnt="0"/>
      <dgm:spPr/>
    </dgm:pt>
    <dgm:pt modelId="{4EDF7569-CB15-431A-B169-BBF082DF607E}" type="pres">
      <dgm:prSet presAssocID="{80E57D8C-F865-4F7D-A634-0BEF716124C8}" presName="parTx" presStyleLbl="revTx" presStyleIdx="2" presStyleCnt="5">
        <dgm:presLayoutVars>
          <dgm:chMax val="0"/>
          <dgm:chPref val="0"/>
        </dgm:presLayoutVars>
      </dgm:prSet>
      <dgm:spPr/>
    </dgm:pt>
    <dgm:pt modelId="{CEDAA0D6-F76E-4520-996D-6AEB71CBBAF5}" type="pres">
      <dgm:prSet presAssocID="{BA668733-9729-429E-BAD4-131AB3E50FD4}" presName="sibTrans" presStyleCnt="0"/>
      <dgm:spPr/>
    </dgm:pt>
    <dgm:pt modelId="{48A31C7A-0395-4367-ABA9-DBB46A010080}" type="pres">
      <dgm:prSet presAssocID="{838FB7D6-36EA-4786-AC3B-01C6B1EE5E94}" presName="compNode" presStyleCnt="0"/>
      <dgm:spPr/>
    </dgm:pt>
    <dgm:pt modelId="{54B92BE8-FDA3-4310-81E9-652E85EB3C26}" type="pres">
      <dgm:prSet presAssocID="{838FB7D6-36EA-4786-AC3B-01C6B1EE5E94}" presName="bgRect" presStyleLbl="bgShp" presStyleIdx="3" presStyleCnt="5"/>
      <dgm:spPr/>
    </dgm:pt>
    <dgm:pt modelId="{0983ABE2-303B-447E-AEA7-05EB7A111A1C}" type="pres">
      <dgm:prSet presAssocID="{838FB7D6-36EA-4786-AC3B-01C6B1EE5E9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538793E9-6DFE-4860-8F24-01645DD4C8CE}" type="pres">
      <dgm:prSet presAssocID="{838FB7D6-36EA-4786-AC3B-01C6B1EE5E94}" presName="spaceRect" presStyleCnt="0"/>
      <dgm:spPr/>
    </dgm:pt>
    <dgm:pt modelId="{50A5BFF8-63F7-4CA7-9024-FA8A89FD733A}" type="pres">
      <dgm:prSet presAssocID="{838FB7D6-36EA-4786-AC3B-01C6B1EE5E94}" presName="parTx" presStyleLbl="revTx" presStyleIdx="3" presStyleCnt="5">
        <dgm:presLayoutVars>
          <dgm:chMax val="0"/>
          <dgm:chPref val="0"/>
        </dgm:presLayoutVars>
      </dgm:prSet>
      <dgm:spPr/>
    </dgm:pt>
    <dgm:pt modelId="{2E0F9F56-B227-479E-A47B-216857C94323}" type="pres">
      <dgm:prSet presAssocID="{ABE717EB-1C63-48BE-8FA9-E5C5FA6606CD}" presName="sibTrans" presStyleCnt="0"/>
      <dgm:spPr/>
    </dgm:pt>
    <dgm:pt modelId="{58EC0918-0D9B-4DBF-A9CD-273D6D372444}" type="pres">
      <dgm:prSet presAssocID="{F7B2922D-ED33-46EF-AD9E-718C2810D489}" presName="compNode" presStyleCnt="0"/>
      <dgm:spPr/>
    </dgm:pt>
    <dgm:pt modelId="{6C44E1E3-FB18-47F0-A338-F877C0069AAB}" type="pres">
      <dgm:prSet presAssocID="{F7B2922D-ED33-46EF-AD9E-718C2810D489}" presName="bgRect" presStyleLbl="bgShp" presStyleIdx="4" presStyleCnt="5"/>
      <dgm:spPr/>
    </dgm:pt>
    <dgm:pt modelId="{02AC410C-4456-453C-8A8F-52CEDFEEDC10}" type="pres">
      <dgm:prSet presAssocID="{F7B2922D-ED33-46EF-AD9E-718C2810D48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"/>
        </a:ext>
      </dgm:extLst>
    </dgm:pt>
    <dgm:pt modelId="{34BA686B-47E2-464C-943D-174258A7B777}" type="pres">
      <dgm:prSet presAssocID="{F7B2922D-ED33-46EF-AD9E-718C2810D489}" presName="spaceRect" presStyleCnt="0"/>
      <dgm:spPr/>
    </dgm:pt>
    <dgm:pt modelId="{C3DF35B1-1D59-4714-AB4E-9ABE062153E2}" type="pres">
      <dgm:prSet presAssocID="{F7B2922D-ED33-46EF-AD9E-718C2810D4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55E9429-D827-4D01-BA6B-6DAC000EFAC2}" type="presOf" srcId="{838FB7D6-36EA-4786-AC3B-01C6B1EE5E94}" destId="{50A5BFF8-63F7-4CA7-9024-FA8A89FD733A}" srcOrd="0" destOrd="0" presId="urn:microsoft.com/office/officeart/2018/2/layout/IconVerticalSolidList"/>
    <dgm:cxn modelId="{3262174D-4100-4174-9513-23F4CF3B3E5D}" type="presOf" srcId="{80E57D8C-F865-4F7D-A634-0BEF716124C8}" destId="{4EDF7569-CB15-431A-B169-BBF082DF607E}" srcOrd="0" destOrd="0" presId="urn:microsoft.com/office/officeart/2018/2/layout/IconVerticalSolidList"/>
    <dgm:cxn modelId="{81C84B96-4926-4799-B4A3-54DF536C08B7}" type="presOf" srcId="{9545C2BF-1939-4BA1-AF53-2B52D19636D7}" destId="{0F2136CF-2BE5-4A68-8FC7-CCABE9AECB45}" srcOrd="0" destOrd="0" presId="urn:microsoft.com/office/officeart/2018/2/layout/IconVerticalSolidList"/>
    <dgm:cxn modelId="{0D39769A-2FDA-42C1-B013-A289EC39826E}" type="presOf" srcId="{E8DE44F5-BFB4-4811-83DF-CD5B26E47B71}" destId="{A904D1C3-8D0F-4C81-839F-52BCEA9D0FFB}" srcOrd="0" destOrd="0" presId="urn:microsoft.com/office/officeart/2018/2/layout/IconVerticalSolidList"/>
    <dgm:cxn modelId="{4C8D3EA0-3B67-4BD8-B90F-26AFBF09E721}" srcId="{7622ACFE-BBDA-4751-B44F-7950BBAC6120}" destId="{9545C2BF-1939-4BA1-AF53-2B52D19636D7}" srcOrd="1" destOrd="0" parTransId="{504818FE-A763-488B-B32E-F9343EEF67C7}" sibTransId="{85C6A935-0FA7-435D-90B8-4BDF016DCC06}"/>
    <dgm:cxn modelId="{C377DECA-27D1-4DC9-8A8B-EEE7853A223C}" srcId="{7622ACFE-BBDA-4751-B44F-7950BBAC6120}" destId="{E8DE44F5-BFB4-4811-83DF-CD5B26E47B71}" srcOrd="0" destOrd="0" parTransId="{8678363C-95C8-493F-8A35-49AE27B7AE89}" sibTransId="{6C42A17D-6F18-4831-8C41-595458B141F9}"/>
    <dgm:cxn modelId="{B8B594DB-635A-44E4-BC10-50EDEC8FBDCB}" srcId="{7622ACFE-BBDA-4751-B44F-7950BBAC6120}" destId="{F7B2922D-ED33-46EF-AD9E-718C2810D489}" srcOrd="4" destOrd="0" parTransId="{1A3AD520-21CF-42AC-B2A4-E1F90AC7FEA1}" sibTransId="{91D3B770-8B0D-49E3-BDA0-D5F981C4FF6A}"/>
    <dgm:cxn modelId="{7823B9DD-5CFD-4FD0-AF74-92B9FC2D8A55}" srcId="{7622ACFE-BBDA-4751-B44F-7950BBAC6120}" destId="{838FB7D6-36EA-4786-AC3B-01C6B1EE5E94}" srcOrd="3" destOrd="0" parTransId="{F223666B-8D0E-45EB-BF8E-E3145316E5E2}" sibTransId="{ABE717EB-1C63-48BE-8FA9-E5C5FA6606CD}"/>
    <dgm:cxn modelId="{4891FCE7-CE6B-44C1-9690-81E6F8E4ED31}" srcId="{7622ACFE-BBDA-4751-B44F-7950BBAC6120}" destId="{80E57D8C-F865-4F7D-A634-0BEF716124C8}" srcOrd="2" destOrd="0" parTransId="{F376651D-24FE-4DEE-A365-52432BE5CEA6}" sibTransId="{BA668733-9729-429E-BAD4-131AB3E50FD4}"/>
    <dgm:cxn modelId="{AE4E9AF0-B241-452A-91A8-D3F25BC9F623}" type="presOf" srcId="{F7B2922D-ED33-46EF-AD9E-718C2810D489}" destId="{C3DF35B1-1D59-4714-AB4E-9ABE062153E2}" srcOrd="0" destOrd="0" presId="urn:microsoft.com/office/officeart/2018/2/layout/IconVerticalSolidList"/>
    <dgm:cxn modelId="{93E95EFF-7B05-4B46-B279-1D758DD7027D}" type="presOf" srcId="{7622ACFE-BBDA-4751-B44F-7950BBAC6120}" destId="{346B883B-D710-459E-AB72-5C29376F847A}" srcOrd="0" destOrd="0" presId="urn:microsoft.com/office/officeart/2018/2/layout/IconVerticalSolidList"/>
    <dgm:cxn modelId="{5D19A2B0-A500-4636-919E-6CEB8D4584D7}" type="presParOf" srcId="{346B883B-D710-459E-AB72-5C29376F847A}" destId="{5B713D0B-5F52-422F-BA31-6230A0F1BD40}" srcOrd="0" destOrd="0" presId="urn:microsoft.com/office/officeart/2018/2/layout/IconVerticalSolidList"/>
    <dgm:cxn modelId="{E9EB62CC-5E0A-453C-8CD2-A81169E3F046}" type="presParOf" srcId="{5B713D0B-5F52-422F-BA31-6230A0F1BD40}" destId="{EDE1A8CF-C35B-4EBF-A5DD-4ADD8C5EA487}" srcOrd="0" destOrd="0" presId="urn:microsoft.com/office/officeart/2018/2/layout/IconVerticalSolidList"/>
    <dgm:cxn modelId="{E669887F-22C8-471B-8166-A04650067A37}" type="presParOf" srcId="{5B713D0B-5F52-422F-BA31-6230A0F1BD40}" destId="{A045CDBB-8C5D-426D-8183-DD005E5A45FD}" srcOrd="1" destOrd="0" presId="urn:microsoft.com/office/officeart/2018/2/layout/IconVerticalSolidList"/>
    <dgm:cxn modelId="{5DC7E76A-5469-4C7E-B979-3450E44EE2DF}" type="presParOf" srcId="{5B713D0B-5F52-422F-BA31-6230A0F1BD40}" destId="{CFC8B369-9FFD-4CDD-9ACB-69F1CF94FF61}" srcOrd="2" destOrd="0" presId="urn:microsoft.com/office/officeart/2018/2/layout/IconVerticalSolidList"/>
    <dgm:cxn modelId="{CD442589-BE3B-4C14-8261-B9A1595E6D12}" type="presParOf" srcId="{5B713D0B-5F52-422F-BA31-6230A0F1BD40}" destId="{A904D1C3-8D0F-4C81-839F-52BCEA9D0FFB}" srcOrd="3" destOrd="0" presId="urn:microsoft.com/office/officeart/2018/2/layout/IconVerticalSolidList"/>
    <dgm:cxn modelId="{922A61A2-621D-4A74-8AFC-B6072EF47C3F}" type="presParOf" srcId="{346B883B-D710-459E-AB72-5C29376F847A}" destId="{428A5BCB-E90C-41DF-822B-A98D71E5AFF4}" srcOrd="1" destOrd="0" presId="urn:microsoft.com/office/officeart/2018/2/layout/IconVerticalSolidList"/>
    <dgm:cxn modelId="{D4BCC880-D58C-4E52-AFBC-A205467EF73F}" type="presParOf" srcId="{346B883B-D710-459E-AB72-5C29376F847A}" destId="{CCC255A1-C291-4F56-BCEC-555D906013C0}" srcOrd="2" destOrd="0" presId="urn:microsoft.com/office/officeart/2018/2/layout/IconVerticalSolidList"/>
    <dgm:cxn modelId="{0D649980-85AD-47C4-A01D-C7DEEEE0266A}" type="presParOf" srcId="{CCC255A1-C291-4F56-BCEC-555D906013C0}" destId="{B16C2E35-DAEB-485E-9262-632D5F491E6B}" srcOrd="0" destOrd="0" presId="urn:microsoft.com/office/officeart/2018/2/layout/IconVerticalSolidList"/>
    <dgm:cxn modelId="{3F5C08CF-D332-4389-8110-6EAFF1DFDE9C}" type="presParOf" srcId="{CCC255A1-C291-4F56-BCEC-555D906013C0}" destId="{739DD605-6601-4B62-8F77-090A286AF8C6}" srcOrd="1" destOrd="0" presId="urn:microsoft.com/office/officeart/2018/2/layout/IconVerticalSolidList"/>
    <dgm:cxn modelId="{0C65DB24-B354-42AC-ABC6-5380E47357E4}" type="presParOf" srcId="{CCC255A1-C291-4F56-BCEC-555D906013C0}" destId="{1B959555-AE82-43C2-9659-4529E7587A8B}" srcOrd="2" destOrd="0" presId="urn:microsoft.com/office/officeart/2018/2/layout/IconVerticalSolidList"/>
    <dgm:cxn modelId="{FAB764F2-C3B6-461A-A3F4-B1DD4C0F5A4C}" type="presParOf" srcId="{CCC255A1-C291-4F56-BCEC-555D906013C0}" destId="{0F2136CF-2BE5-4A68-8FC7-CCABE9AECB45}" srcOrd="3" destOrd="0" presId="urn:microsoft.com/office/officeart/2018/2/layout/IconVerticalSolidList"/>
    <dgm:cxn modelId="{5D4F7B05-C5E5-4F2A-8869-A9DE0547C27D}" type="presParOf" srcId="{346B883B-D710-459E-AB72-5C29376F847A}" destId="{031891B8-9FD4-4ED2-9CCC-A1865C90BC9B}" srcOrd="3" destOrd="0" presId="urn:microsoft.com/office/officeart/2018/2/layout/IconVerticalSolidList"/>
    <dgm:cxn modelId="{629377C8-E6F5-44AD-9846-4738A90F8F19}" type="presParOf" srcId="{346B883B-D710-459E-AB72-5C29376F847A}" destId="{855D37DD-800C-4482-8226-9FE5586D37B7}" srcOrd="4" destOrd="0" presId="urn:microsoft.com/office/officeart/2018/2/layout/IconVerticalSolidList"/>
    <dgm:cxn modelId="{6D730063-9756-4D21-9A10-9D96B16FDA01}" type="presParOf" srcId="{855D37DD-800C-4482-8226-9FE5586D37B7}" destId="{AD501512-7875-4004-B604-FFDF1A334D09}" srcOrd="0" destOrd="0" presId="urn:microsoft.com/office/officeart/2018/2/layout/IconVerticalSolidList"/>
    <dgm:cxn modelId="{2D8C5EC2-A784-4B81-80F5-0C1A991B8D3D}" type="presParOf" srcId="{855D37DD-800C-4482-8226-9FE5586D37B7}" destId="{59329FBE-20EC-45D6-A6C2-9EFD14A5F6C5}" srcOrd="1" destOrd="0" presId="urn:microsoft.com/office/officeart/2018/2/layout/IconVerticalSolidList"/>
    <dgm:cxn modelId="{024C8029-F6DE-4BD1-AA2C-809BD818BB9F}" type="presParOf" srcId="{855D37DD-800C-4482-8226-9FE5586D37B7}" destId="{4EFC33AD-B465-4E8B-B038-A8D9E34FC180}" srcOrd="2" destOrd="0" presId="urn:microsoft.com/office/officeart/2018/2/layout/IconVerticalSolidList"/>
    <dgm:cxn modelId="{B9F4005C-1786-49BD-B7D5-D0BC5BE5DB73}" type="presParOf" srcId="{855D37DD-800C-4482-8226-9FE5586D37B7}" destId="{4EDF7569-CB15-431A-B169-BBF082DF607E}" srcOrd="3" destOrd="0" presId="urn:microsoft.com/office/officeart/2018/2/layout/IconVerticalSolidList"/>
    <dgm:cxn modelId="{891394E9-0982-4168-B327-91D55087F79E}" type="presParOf" srcId="{346B883B-D710-459E-AB72-5C29376F847A}" destId="{CEDAA0D6-F76E-4520-996D-6AEB71CBBAF5}" srcOrd="5" destOrd="0" presId="urn:microsoft.com/office/officeart/2018/2/layout/IconVerticalSolidList"/>
    <dgm:cxn modelId="{1B5C7A66-A123-4D36-8352-FDD9C2128702}" type="presParOf" srcId="{346B883B-D710-459E-AB72-5C29376F847A}" destId="{48A31C7A-0395-4367-ABA9-DBB46A010080}" srcOrd="6" destOrd="0" presId="urn:microsoft.com/office/officeart/2018/2/layout/IconVerticalSolidList"/>
    <dgm:cxn modelId="{2515E99D-5FC2-495A-AE9B-54C0DEC296C4}" type="presParOf" srcId="{48A31C7A-0395-4367-ABA9-DBB46A010080}" destId="{54B92BE8-FDA3-4310-81E9-652E85EB3C26}" srcOrd="0" destOrd="0" presId="urn:microsoft.com/office/officeart/2018/2/layout/IconVerticalSolidList"/>
    <dgm:cxn modelId="{38F47753-DD8C-4E38-A3D1-2B8FB503A511}" type="presParOf" srcId="{48A31C7A-0395-4367-ABA9-DBB46A010080}" destId="{0983ABE2-303B-447E-AEA7-05EB7A111A1C}" srcOrd="1" destOrd="0" presId="urn:microsoft.com/office/officeart/2018/2/layout/IconVerticalSolidList"/>
    <dgm:cxn modelId="{99026848-7BC8-4DBB-88ED-1F872B572DB4}" type="presParOf" srcId="{48A31C7A-0395-4367-ABA9-DBB46A010080}" destId="{538793E9-6DFE-4860-8F24-01645DD4C8CE}" srcOrd="2" destOrd="0" presId="urn:microsoft.com/office/officeart/2018/2/layout/IconVerticalSolidList"/>
    <dgm:cxn modelId="{99FE91CD-D1A0-45FF-AA30-421FC607FF69}" type="presParOf" srcId="{48A31C7A-0395-4367-ABA9-DBB46A010080}" destId="{50A5BFF8-63F7-4CA7-9024-FA8A89FD733A}" srcOrd="3" destOrd="0" presId="urn:microsoft.com/office/officeart/2018/2/layout/IconVerticalSolidList"/>
    <dgm:cxn modelId="{64936BC5-C775-4098-BA28-84D1994893CA}" type="presParOf" srcId="{346B883B-D710-459E-AB72-5C29376F847A}" destId="{2E0F9F56-B227-479E-A47B-216857C94323}" srcOrd="7" destOrd="0" presId="urn:microsoft.com/office/officeart/2018/2/layout/IconVerticalSolidList"/>
    <dgm:cxn modelId="{665AE660-535A-4F2D-8989-B7000A29AA37}" type="presParOf" srcId="{346B883B-D710-459E-AB72-5C29376F847A}" destId="{58EC0918-0D9B-4DBF-A9CD-273D6D372444}" srcOrd="8" destOrd="0" presId="urn:microsoft.com/office/officeart/2018/2/layout/IconVerticalSolidList"/>
    <dgm:cxn modelId="{08D04F91-5360-4C7D-B5A5-6B3F970DA16D}" type="presParOf" srcId="{58EC0918-0D9B-4DBF-A9CD-273D6D372444}" destId="{6C44E1E3-FB18-47F0-A338-F877C0069AAB}" srcOrd="0" destOrd="0" presId="urn:microsoft.com/office/officeart/2018/2/layout/IconVerticalSolidList"/>
    <dgm:cxn modelId="{DD922F98-385B-462B-AF7E-DB3F494B9A36}" type="presParOf" srcId="{58EC0918-0D9B-4DBF-A9CD-273D6D372444}" destId="{02AC410C-4456-453C-8A8F-52CEDFEEDC10}" srcOrd="1" destOrd="0" presId="urn:microsoft.com/office/officeart/2018/2/layout/IconVerticalSolidList"/>
    <dgm:cxn modelId="{F5098D14-A751-4E44-9031-35DE799EA2A2}" type="presParOf" srcId="{58EC0918-0D9B-4DBF-A9CD-273D6D372444}" destId="{34BA686B-47E2-464C-943D-174258A7B777}" srcOrd="2" destOrd="0" presId="urn:microsoft.com/office/officeart/2018/2/layout/IconVerticalSolidList"/>
    <dgm:cxn modelId="{DFB8A8AB-C896-4684-A235-0A321438ABD3}" type="presParOf" srcId="{58EC0918-0D9B-4DBF-A9CD-273D6D372444}" destId="{C3DF35B1-1D59-4714-AB4E-9ABE062153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22ACFE-BBDA-4751-B44F-7950BBAC61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DE44F5-BFB4-4811-83DF-CD5B26E47B7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O que é:</a:t>
          </a:r>
          <a:r>
            <a:rPr lang="pt-BR" b="0" i="0" dirty="0"/>
            <a:t> fornecer instruções em camadas progressivas, não tudo de uma vez</a:t>
          </a:r>
          <a:endParaRPr lang="en-US" dirty="0"/>
        </a:p>
      </dgm:t>
    </dgm:pt>
    <dgm:pt modelId="{8678363C-95C8-493F-8A35-49AE27B7AE89}" type="parTrans" cxnId="{C377DECA-27D1-4DC9-8A8B-EEE7853A223C}">
      <dgm:prSet/>
      <dgm:spPr/>
      <dgm:t>
        <a:bodyPr/>
        <a:lstStyle/>
        <a:p>
          <a:endParaRPr lang="en-US"/>
        </a:p>
      </dgm:t>
    </dgm:pt>
    <dgm:pt modelId="{6C42A17D-6F18-4831-8C41-595458B141F9}" type="sibTrans" cxnId="{C377DECA-27D1-4DC9-8A8B-EEE7853A223C}">
      <dgm:prSet/>
      <dgm:spPr/>
      <dgm:t>
        <a:bodyPr/>
        <a:lstStyle/>
        <a:p>
          <a:endParaRPr lang="en-US"/>
        </a:p>
      </dgm:t>
    </dgm:pt>
    <dgm:pt modelId="{0C97190E-220E-466C-83C6-12FA82ADB3F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Princípio:</a:t>
          </a:r>
          <a:r>
            <a:rPr lang="pt-BR" b="0" i="0" dirty="0"/>
            <a:t> modelos processam melhor instruções incrementais do que blocos densos</a:t>
          </a:r>
        </a:p>
      </dgm:t>
    </dgm:pt>
    <dgm:pt modelId="{EF34123B-5CF8-4DDD-9488-71E7F2B4D3FF}" type="parTrans" cxnId="{7722D824-2719-42EA-972E-7B8688377AA0}">
      <dgm:prSet/>
      <dgm:spPr/>
      <dgm:t>
        <a:bodyPr/>
        <a:lstStyle/>
        <a:p>
          <a:endParaRPr lang="pt-BR"/>
        </a:p>
      </dgm:t>
    </dgm:pt>
    <dgm:pt modelId="{992ABD06-79FC-494F-8C12-90CACAC66BAD}" type="sibTrans" cxnId="{7722D824-2719-42EA-972E-7B8688377AA0}">
      <dgm:prSet/>
      <dgm:spPr/>
      <dgm:t>
        <a:bodyPr/>
        <a:lstStyle/>
        <a:p>
          <a:endParaRPr lang="pt-BR"/>
        </a:p>
      </dgm:t>
    </dgm:pt>
    <dgm:pt modelId="{173C0CEE-6D69-4491-B5F6-1808199A856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Quando usar:</a:t>
          </a:r>
          <a:r>
            <a:rPr lang="pt-BR" b="0" i="0" dirty="0"/>
            <a:t> tarefas longas e complexas, criação de documentos estruturados, processos em etapas</a:t>
          </a:r>
        </a:p>
      </dgm:t>
    </dgm:pt>
    <dgm:pt modelId="{0C73C928-3EE4-418A-BB06-128AB86B7E56}" type="parTrans" cxnId="{442F474B-D26D-4F76-88F5-78C98BC9C2FB}">
      <dgm:prSet/>
      <dgm:spPr/>
      <dgm:t>
        <a:bodyPr/>
        <a:lstStyle/>
        <a:p>
          <a:endParaRPr lang="pt-BR"/>
        </a:p>
      </dgm:t>
    </dgm:pt>
    <dgm:pt modelId="{6A6042C9-2C24-423D-B200-B81A39EDD642}" type="sibTrans" cxnId="{442F474B-D26D-4F76-88F5-78C98BC9C2FB}">
      <dgm:prSet/>
      <dgm:spPr/>
      <dgm:t>
        <a:bodyPr/>
        <a:lstStyle/>
        <a:p>
          <a:endParaRPr lang="pt-BR"/>
        </a:p>
      </dgm:t>
    </dgm:pt>
    <dgm:pt modelId="{B2E04EEF-6DD4-4F07-8A28-E320055071F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Como funciona:</a:t>
          </a:r>
          <a:r>
            <a:rPr lang="pt-BR" b="0" i="0" dirty="0"/>
            <a:t> instrução simples → confirmar compreensão → adicionar restrição → confirmar → avançar</a:t>
          </a:r>
        </a:p>
      </dgm:t>
    </dgm:pt>
    <dgm:pt modelId="{CE6FDCB1-5DB3-456C-B203-CB49D52164E9}" type="parTrans" cxnId="{3CF4BF79-7620-447F-83CB-5AF8C2429C63}">
      <dgm:prSet/>
      <dgm:spPr/>
      <dgm:t>
        <a:bodyPr/>
        <a:lstStyle/>
        <a:p>
          <a:endParaRPr lang="pt-BR"/>
        </a:p>
      </dgm:t>
    </dgm:pt>
    <dgm:pt modelId="{9690433A-B1D1-43C6-AFCD-0024E9DCC80A}" type="sibTrans" cxnId="{3CF4BF79-7620-447F-83CB-5AF8C2429C63}">
      <dgm:prSet/>
      <dgm:spPr/>
      <dgm:t>
        <a:bodyPr/>
        <a:lstStyle/>
        <a:p>
          <a:endParaRPr lang="pt-BR"/>
        </a:p>
      </dgm:t>
    </dgm:pt>
    <dgm:pt modelId="{A11F26DE-CBDE-4F36-8E07-7993DF98611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dirty="0"/>
            <a:t>Evita que erros da primeira instrução se propaguem por toda a tarefa</a:t>
          </a:r>
        </a:p>
      </dgm:t>
    </dgm:pt>
    <dgm:pt modelId="{693FAE0F-C5E5-4057-BA94-C1ACCADD12B9}" type="parTrans" cxnId="{AEE01CE9-50D2-4659-BFEC-28E93E8BFFAE}">
      <dgm:prSet/>
      <dgm:spPr/>
      <dgm:t>
        <a:bodyPr/>
        <a:lstStyle/>
        <a:p>
          <a:endParaRPr lang="pt-BR"/>
        </a:p>
      </dgm:t>
    </dgm:pt>
    <dgm:pt modelId="{7F7714B2-FE74-437B-94A1-1C2282820655}" type="sibTrans" cxnId="{AEE01CE9-50D2-4659-BFEC-28E93E8BFFAE}">
      <dgm:prSet/>
      <dgm:spPr/>
      <dgm:t>
        <a:bodyPr/>
        <a:lstStyle/>
        <a:p>
          <a:endParaRPr lang="pt-BR"/>
        </a:p>
      </dgm:t>
    </dgm:pt>
    <dgm:pt modelId="{346B883B-D710-459E-AB72-5C29376F847A}" type="pres">
      <dgm:prSet presAssocID="{7622ACFE-BBDA-4751-B44F-7950BBAC6120}" presName="root" presStyleCnt="0">
        <dgm:presLayoutVars>
          <dgm:dir/>
          <dgm:resizeHandles val="exact"/>
        </dgm:presLayoutVars>
      </dgm:prSet>
      <dgm:spPr/>
    </dgm:pt>
    <dgm:pt modelId="{5B713D0B-5F52-422F-BA31-6230A0F1BD40}" type="pres">
      <dgm:prSet presAssocID="{E8DE44F5-BFB4-4811-83DF-CD5B26E47B71}" presName="compNode" presStyleCnt="0"/>
      <dgm:spPr/>
    </dgm:pt>
    <dgm:pt modelId="{EDE1A8CF-C35B-4EBF-A5DD-4ADD8C5EA487}" type="pres">
      <dgm:prSet presAssocID="{E8DE44F5-BFB4-4811-83DF-CD5B26E47B71}" presName="bgRect" presStyleLbl="bgShp" presStyleIdx="0" presStyleCnt="5"/>
      <dgm:spPr/>
    </dgm:pt>
    <dgm:pt modelId="{A045CDBB-8C5D-426D-8183-DD005E5A45FD}" type="pres">
      <dgm:prSet presAssocID="{E8DE44F5-BFB4-4811-83DF-CD5B26E47B7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CFC8B369-9FFD-4CDD-9ACB-69F1CF94FF61}" type="pres">
      <dgm:prSet presAssocID="{E8DE44F5-BFB4-4811-83DF-CD5B26E47B71}" presName="spaceRect" presStyleCnt="0"/>
      <dgm:spPr/>
    </dgm:pt>
    <dgm:pt modelId="{A904D1C3-8D0F-4C81-839F-52BCEA9D0FFB}" type="pres">
      <dgm:prSet presAssocID="{E8DE44F5-BFB4-4811-83DF-CD5B26E47B71}" presName="parTx" presStyleLbl="revTx" presStyleIdx="0" presStyleCnt="5">
        <dgm:presLayoutVars>
          <dgm:chMax val="0"/>
          <dgm:chPref val="0"/>
        </dgm:presLayoutVars>
      </dgm:prSet>
      <dgm:spPr/>
    </dgm:pt>
    <dgm:pt modelId="{428A5BCB-E90C-41DF-822B-A98D71E5AFF4}" type="pres">
      <dgm:prSet presAssocID="{6C42A17D-6F18-4831-8C41-595458B141F9}" presName="sibTrans" presStyleCnt="0"/>
      <dgm:spPr/>
    </dgm:pt>
    <dgm:pt modelId="{B368ACF6-E73E-45EB-A783-2CDEF944DBEC}" type="pres">
      <dgm:prSet presAssocID="{0C97190E-220E-466C-83C6-12FA82ADB3FD}" presName="compNode" presStyleCnt="0"/>
      <dgm:spPr/>
    </dgm:pt>
    <dgm:pt modelId="{A529666C-14DA-4053-824F-A4345DC9C85D}" type="pres">
      <dgm:prSet presAssocID="{0C97190E-220E-466C-83C6-12FA82ADB3FD}" presName="bgRect" presStyleLbl="bgShp" presStyleIdx="1" presStyleCnt="5"/>
      <dgm:spPr/>
    </dgm:pt>
    <dgm:pt modelId="{536935AB-B95B-4A5C-B67F-E1529B7C4970}" type="pres">
      <dgm:prSet presAssocID="{0C97190E-220E-466C-83C6-12FA82ADB3FD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kchain com preenchimento sólido"/>
        </a:ext>
      </dgm:extLst>
    </dgm:pt>
    <dgm:pt modelId="{91251728-4B9E-48E6-AE80-00459A7C990E}" type="pres">
      <dgm:prSet presAssocID="{0C97190E-220E-466C-83C6-12FA82ADB3FD}" presName="spaceRect" presStyleCnt="0"/>
      <dgm:spPr/>
    </dgm:pt>
    <dgm:pt modelId="{73D0CDA1-FD70-4D2C-BB5C-5523D7D2D4B4}" type="pres">
      <dgm:prSet presAssocID="{0C97190E-220E-466C-83C6-12FA82ADB3FD}" presName="parTx" presStyleLbl="revTx" presStyleIdx="1" presStyleCnt="5">
        <dgm:presLayoutVars>
          <dgm:chMax val="0"/>
          <dgm:chPref val="0"/>
        </dgm:presLayoutVars>
      </dgm:prSet>
      <dgm:spPr/>
    </dgm:pt>
    <dgm:pt modelId="{171FDC83-8E6F-4027-B58A-D057991F302C}" type="pres">
      <dgm:prSet presAssocID="{992ABD06-79FC-494F-8C12-90CACAC66BAD}" presName="sibTrans" presStyleCnt="0"/>
      <dgm:spPr/>
    </dgm:pt>
    <dgm:pt modelId="{4919491C-713A-44DB-9114-B5541D01880B}" type="pres">
      <dgm:prSet presAssocID="{173C0CEE-6D69-4491-B5F6-1808199A8564}" presName="compNode" presStyleCnt="0"/>
      <dgm:spPr/>
    </dgm:pt>
    <dgm:pt modelId="{C435503D-2120-4291-9657-5C831241BE1D}" type="pres">
      <dgm:prSet presAssocID="{173C0CEE-6D69-4491-B5F6-1808199A8564}" presName="bgRect" presStyleLbl="bgShp" presStyleIdx="2" presStyleCnt="5"/>
      <dgm:spPr/>
    </dgm:pt>
    <dgm:pt modelId="{A023448F-1FCA-4115-B223-96AB76494630}" type="pres">
      <dgm:prSet presAssocID="{173C0CEE-6D69-4491-B5F6-1808199A8564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squisa de Pasta com preenchimento sólido"/>
        </a:ext>
      </dgm:extLst>
    </dgm:pt>
    <dgm:pt modelId="{FB62C815-0A3C-4ACA-9855-72FDB934307E}" type="pres">
      <dgm:prSet presAssocID="{173C0CEE-6D69-4491-B5F6-1808199A8564}" presName="spaceRect" presStyleCnt="0"/>
      <dgm:spPr/>
    </dgm:pt>
    <dgm:pt modelId="{B5167C7A-703A-411D-BACF-89D22E038A17}" type="pres">
      <dgm:prSet presAssocID="{173C0CEE-6D69-4491-B5F6-1808199A8564}" presName="parTx" presStyleLbl="revTx" presStyleIdx="2" presStyleCnt="5">
        <dgm:presLayoutVars>
          <dgm:chMax val="0"/>
          <dgm:chPref val="0"/>
        </dgm:presLayoutVars>
      </dgm:prSet>
      <dgm:spPr/>
    </dgm:pt>
    <dgm:pt modelId="{6FB33646-07B6-4B16-80CE-0B702D832A7F}" type="pres">
      <dgm:prSet presAssocID="{6A6042C9-2C24-423D-B200-B81A39EDD642}" presName="sibTrans" presStyleCnt="0"/>
      <dgm:spPr/>
    </dgm:pt>
    <dgm:pt modelId="{D3E9AE8D-56A7-40BF-A4DE-70C995C2F3B1}" type="pres">
      <dgm:prSet presAssocID="{B2E04EEF-6DD4-4F07-8A28-E320055071F4}" presName="compNode" presStyleCnt="0"/>
      <dgm:spPr/>
    </dgm:pt>
    <dgm:pt modelId="{E1963AAE-2C96-403B-89BB-D2222DD58419}" type="pres">
      <dgm:prSet presAssocID="{B2E04EEF-6DD4-4F07-8A28-E320055071F4}" presName="bgRect" presStyleLbl="bgShp" presStyleIdx="3" presStyleCnt="5"/>
      <dgm:spPr/>
    </dgm:pt>
    <dgm:pt modelId="{338A4D33-B3F2-4C53-9633-D87F5A93ABE7}" type="pres">
      <dgm:prSet presAssocID="{B2E04EEF-6DD4-4F07-8A28-E320055071F4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 de trabalho com preenchimento sólido"/>
        </a:ext>
      </dgm:extLst>
    </dgm:pt>
    <dgm:pt modelId="{02679BB3-FD88-4A94-A792-365650A32D3F}" type="pres">
      <dgm:prSet presAssocID="{B2E04EEF-6DD4-4F07-8A28-E320055071F4}" presName="spaceRect" presStyleCnt="0"/>
      <dgm:spPr/>
    </dgm:pt>
    <dgm:pt modelId="{FC82FC93-C397-406A-9380-37991D776578}" type="pres">
      <dgm:prSet presAssocID="{B2E04EEF-6DD4-4F07-8A28-E320055071F4}" presName="parTx" presStyleLbl="revTx" presStyleIdx="3" presStyleCnt="5">
        <dgm:presLayoutVars>
          <dgm:chMax val="0"/>
          <dgm:chPref val="0"/>
        </dgm:presLayoutVars>
      </dgm:prSet>
      <dgm:spPr/>
    </dgm:pt>
    <dgm:pt modelId="{F69DFDEF-51F9-42A0-B0F0-E506164D276C}" type="pres">
      <dgm:prSet presAssocID="{9690433A-B1D1-43C6-AFCD-0024E9DCC80A}" presName="sibTrans" presStyleCnt="0"/>
      <dgm:spPr/>
    </dgm:pt>
    <dgm:pt modelId="{AFC32CB2-9EF8-4AF3-A959-11BB9F2A87D3}" type="pres">
      <dgm:prSet presAssocID="{A11F26DE-CBDE-4F36-8E07-7993DF98611B}" presName="compNode" presStyleCnt="0"/>
      <dgm:spPr/>
    </dgm:pt>
    <dgm:pt modelId="{825C56E3-AE83-4B54-AAB7-C1C58DAA5EF3}" type="pres">
      <dgm:prSet presAssocID="{A11F26DE-CBDE-4F36-8E07-7993DF98611B}" presName="bgRect" presStyleLbl="bgShp" presStyleIdx="4" presStyleCnt="5"/>
      <dgm:spPr/>
    </dgm:pt>
    <dgm:pt modelId="{D59EEA6E-71B8-44E1-9180-1A3A5D3779CD}" type="pres">
      <dgm:prSet presAssocID="{A11F26DE-CBDE-4F36-8E07-7993DF98611B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echar com preenchimento sólido"/>
        </a:ext>
      </dgm:extLst>
    </dgm:pt>
    <dgm:pt modelId="{BDB36915-9839-40A3-90C6-5903676D8661}" type="pres">
      <dgm:prSet presAssocID="{A11F26DE-CBDE-4F36-8E07-7993DF98611B}" presName="spaceRect" presStyleCnt="0"/>
      <dgm:spPr/>
    </dgm:pt>
    <dgm:pt modelId="{888BA6FE-3795-4EBC-8C34-DF4A763D91D8}" type="pres">
      <dgm:prSet presAssocID="{A11F26DE-CBDE-4F36-8E07-7993DF98611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722D824-2719-42EA-972E-7B8688377AA0}" srcId="{7622ACFE-BBDA-4751-B44F-7950BBAC6120}" destId="{0C97190E-220E-466C-83C6-12FA82ADB3FD}" srcOrd="1" destOrd="0" parTransId="{EF34123B-5CF8-4DDD-9488-71E7F2B4D3FF}" sibTransId="{992ABD06-79FC-494F-8C12-90CACAC66BAD}"/>
    <dgm:cxn modelId="{E34C7044-D95E-437E-8B65-12CB0959CD16}" type="presOf" srcId="{B2E04EEF-6DD4-4F07-8A28-E320055071F4}" destId="{FC82FC93-C397-406A-9380-37991D776578}" srcOrd="0" destOrd="0" presId="urn:microsoft.com/office/officeart/2018/2/layout/IconVerticalSolidList"/>
    <dgm:cxn modelId="{442F474B-D26D-4F76-88F5-78C98BC9C2FB}" srcId="{7622ACFE-BBDA-4751-B44F-7950BBAC6120}" destId="{173C0CEE-6D69-4491-B5F6-1808199A8564}" srcOrd="2" destOrd="0" parTransId="{0C73C928-3EE4-418A-BB06-128AB86B7E56}" sibTransId="{6A6042C9-2C24-423D-B200-B81A39EDD642}"/>
    <dgm:cxn modelId="{B16B7D4D-0D32-4015-9839-8B91F8A6E3B8}" type="presOf" srcId="{A11F26DE-CBDE-4F36-8E07-7993DF98611B}" destId="{888BA6FE-3795-4EBC-8C34-DF4A763D91D8}" srcOrd="0" destOrd="0" presId="urn:microsoft.com/office/officeart/2018/2/layout/IconVerticalSolidList"/>
    <dgm:cxn modelId="{7D54EC75-3326-4DFD-A609-C4EDC70BDE56}" type="presOf" srcId="{173C0CEE-6D69-4491-B5F6-1808199A8564}" destId="{B5167C7A-703A-411D-BACF-89D22E038A17}" srcOrd="0" destOrd="0" presId="urn:microsoft.com/office/officeart/2018/2/layout/IconVerticalSolidList"/>
    <dgm:cxn modelId="{CAF23859-0C7B-417B-80D1-9DCD03028C24}" type="presOf" srcId="{0C97190E-220E-466C-83C6-12FA82ADB3FD}" destId="{73D0CDA1-FD70-4D2C-BB5C-5523D7D2D4B4}" srcOrd="0" destOrd="0" presId="urn:microsoft.com/office/officeart/2018/2/layout/IconVerticalSolidList"/>
    <dgm:cxn modelId="{3CF4BF79-7620-447F-83CB-5AF8C2429C63}" srcId="{7622ACFE-BBDA-4751-B44F-7950BBAC6120}" destId="{B2E04EEF-6DD4-4F07-8A28-E320055071F4}" srcOrd="3" destOrd="0" parTransId="{CE6FDCB1-5DB3-456C-B203-CB49D52164E9}" sibTransId="{9690433A-B1D1-43C6-AFCD-0024E9DCC80A}"/>
    <dgm:cxn modelId="{0D39769A-2FDA-42C1-B013-A289EC39826E}" type="presOf" srcId="{E8DE44F5-BFB4-4811-83DF-CD5B26E47B71}" destId="{A904D1C3-8D0F-4C81-839F-52BCEA9D0FFB}" srcOrd="0" destOrd="0" presId="urn:microsoft.com/office/officeart/2018/2/layout/IconVerticalSolidList"/>
    <dgm:cxn modelId="{C377DECA-27D1-4DC9-8A8B-EEE7853A223C}" srcId="{7622ACFE-BBDA-4751-B44F-7950BBAC6120}" destId="{E8DE44F5-BFB4-4811-83DF-CD5B26E47B71}" srcOrd="0" destOrd="0" parTransId="{8678363C-95C8-493F-8A35-49AE27B7AE89}" sibTransId="{6C42A17D-6F18-4831-8C41-595458B141F9}"/>
    <dgm:cxn modelId="{AEE01CE9-50D2-4659-BFEC-28E93E8BFFAE}" srcId="{7622ACFE-BBDA-4751-B44F-7950BBAC6120}" destId="{A11F26DE-CBDE-4F36-8E07-7993DF98611B}" srcOrd="4" destOrd="0" parTransId="{693FAE0F-C5E5-4057-BA94-C1ACCADD12B9}" sibTransId="{7F7714B2-FE74-437B-94A1-1C2282820655}"/>
    <dgm:cxn modelId="{93E95EFF-7B05-4B46-B279-1D758DD7027D}" type="presOf" srcId="{7622ACFE-BBDA-4751-B44F-7950BBAC6120}" destId="{346B883B-D710-459E-AB72-5C29376F847A}" srcOrd="0" destOrd="0" presId="urn:microsoft.com/office/officeart/2018/2/layout/IconVerticalSolidList"/>
    <dgm:cxn modelId="{5D19A2B0-A500-4636-919E-6CEB8D4584D7}" type="presParOf" srcId="{346B883B-D710-459E-AB72-5C29376F847A}" destId="{5B713D0B-5F52-422F-BA31-6230A0F1BD40}" srcOrd="0" destOrd="0" presId="urn:microsoft.com/office/officeart/2018/2/layout/IconVerticalSolidList"/>
    <dgm:cxn modelId="{E9EB62CC-5E0A-453C-8CD2-A81169E3F046}" type="presParOf" srcId="{5B713D0B-5F52-422F-BA31-6230A0F1BD40}" destId="{EDE1A8CF-C35B-4EBF-A5DD-4ADD8C5EA487}" srcOrd="0" destOrd="0" presId="urn:microsoft.com/office/officeart/2018/2/layout/IconVerticalSolidList"/>
    <dgm:cxn modelId="{E669887F-22C8-471B-8166-A04650067A37}" type="presParOf" srcId="{5B713D0B-5F52-422F-BA31-6230A0F1BD40}" destId="{A045CDBB-8C5D-426D-8183-DD005E5A45FD}" srcOrd="1" destOrd="0" presId="urn:microsoft.com/office/officeart/2018/2/layout/IconVerticalSolidList"/>
    <dgm:cxn modelId="{5DC7E76A-5469-4C7E-B979-3450E44EE2DF}" type="presParOf" srcId="{5B713D0B-5F52-422F-BA31-6230A0F1BD40}" destId="{CFC8B369-9FFD-4CDD-9ACB-69F1CF94FF61}" srcOrd="2" destOrd="0" presId="urn:microsoft.com/office/officeart/2018/2/layout/IconVerticalSolidList"/>
    <dgm:cxn modelId="{CD442589-BE3B-4C14-8261-B9A1595E6D12}" type="presParOf" srcId="{5B713D0B-5F52-422F-BA31-6230A0F1BD40}" destId="{A904D1C3-8D0F-4C81-839F-52BCEA9D0FFB}" srcOrd="3" destOrd="0" presId="urn:microsoft.com/office/officeart/2018/2/layout/IconVerticalSolidList"/>
    <dgm:cxn modelId="{922A61A2-621D-4A74-8AFC-B6072EF47C3F}" type="presParOf" srcId="{346B883B-D710-459E-AB72-5C29376F847A}" destId="{428A5BCB-E90C-41DF-822B-A98D71E5AFF4}" srcOrd="1" destOrd="0" presId="urn:microsoft.com/office/officeart/2018/2/layout/IconVerticalSolidList"/>
    <dgm:cxn modelId="{72E52C84-E12A-4082-BEC0-716AC92E4D3D}" type="presParOf" srcId="{346B883B-D710-459E-AB72-5C29376F847A}" destId="{B368ACF6-E73E-45EB-A783-2CDEF944DBEC}" srcOrd="2" destOrd="0" presId="urn:microsoft.com/office/officeart/2018/2/layout/IconVerticalSolidList"/>
    <dgm:cxn modelId="{47234912-CE19-4150-B20A-1B5B5FA9724D}" type="presParOf" srcId="{B368ACF6-E73E-45EB-A783-2CDEF944DBEC}" destId="{A529666C-14DA-4053-824F-A4345DC9C85D}" srcOrd="0" destOrd="0" presId="urn:microsoft.com/office/officeart/2018/2/layout/IconVerticalSolidList"/>
    <dgm:cxn modelId="{8D56D7D3-B152-4FFF-9D8A-2A0EE1F6485D}" type="presParOf" srcId="{B368ACF6-E73E-45EB-A783-2CDEF944DBEC}" destId="{536935AB-B95B-4A5C-B67F-E1529B7C4970}" srcOrd="1" destOrd="0" presId="urn:microsoft.com/office/officeart/2018/2/layout/IconVerticalSolidList"/>
    <dgm:cxn modelId="{702544C8-2454-43CF-AA24-E0E2ECEC7B2B}" type="presParOf" srcId="{B368ACF6-E73E-45EB-A783-2CDEF944DBEC}" destId="{91251728-4B9E-48E6-AE80-00459A7C990E}" srcOrd="2" destOrd="0" presId="urn:microsoft.com/office/officeart/2018/2/layout/IconVerticalSolidList"/>
    <dgm:cxn modelId="{82BCBBB2-1C23-4225-9D67-542BE1D92D45}" type="presParOf" srcId="{B368ACF6-E73E-45EB-A783-2CDEF944DBEC}" destId="{73D0CDA1-FD70-4D2C-BB5C-5523D7D2D4B4}" srcOrd="3" destOrd="0" presId="urn:microsoft.com/office/officeart/2018/2/layout/IconVerticalSolidList"/>
    <dgm:cxn modelId="{C912EA46-F8D0-4A49-B624-06E3A915F665}" type="presParOf" srcId="{346B883B-D710-459E-AB72-5C29376F847A}" destId="{171FDC83-8E6F-4027-B58A-D057991F302C}" srcOrd="3" destOrd="0" presId="urn:microsoft.com/office/officeart/2018/2/layout/IconVerticalSolidList"/>
    <dgm:cxn modelId="{6A7D41D8-130D-45F5-B9E9-321619CCD4B8}" type="presParOf" srcId="{346B883B-D710-459E-AB72-5C29376F847A}" destId="{4919491C-713A-44DB-9114-B5541D01880B}" srcOrd="4" destOrd="0" presId="urn:microsoft.com/office/officeart/2018/2/layout/IconVerticalSolidList"/>
    <dgm:cxn modelId="{8EA0426E-340D-4159-A938-3FED90002275}" type="presParOf" srcId="{4919491C-713A-44DB-9114-B5541D01880B}" destId="{C435503D-2120-4291-9657-5C831241BE1D}" srcOrd="0" destOrd="0" presId="urn:microsoft.com/office/officeart/2018/2/layout/IconVerticalSolidList"/>
    <dgm:cxn modelId="{9942A0BF-92E4-4492-9FDF-67FF6CEE9B86}" type="presParOf" srcId="{4919491C-713A-44DB-9114-B5541D01880B}" destId="{A023448F-1FCA-4115-B223-96AB76494630}" srcOrd="1" destOrd="0" presId="urn:microsoft.com/office/officeart/2018/2/layout/IconVerticalSolidList"/>
    <dgm:cxn modelId="{F1D6337F-E6D9-4FD2-B780-33E9F9E8D0A1}" type="presParOf" srcId="{4919491C-713A-44DB-9114-B5541D01880B}" destId="{FB62C815-0A3C-4ACA-9855-72FDB934307E}" srcOrd="2" destOrd="0" presId="urn:microsoft.com/office/officeart/2018/2/layout/IconVerticalSolidList"/>
    <dgm:cxn modelId="{3AE4C58F-B66F-471E-AFB2-B6704ECE49FF}" type="presParOf" srcId="{4919491C-713A-44DB-9114-B5541D01880B}" destId="{B5167C7A-703A-411D-BACF-89D22E038A17}" srcOrd="3" destOrd="0" presId="urn:microsoft.com/office/officeart/2018/2/layout/IconVerticalSolidList"/>
    <dgm:cxn modelId="{7A4AD582-900D-45D3-B42A-C4B3C7D18078}" type="presParOf" srcId="{346B883B-D710-459E-AB72-5C29376F847A}" destId="{6FB33646-07B6-4B16-80CE-0B702D832A7F}" srcOrd="5" destOrd="0" presId="urn:microsoft.com/office/officeart/2018/2/layout/IconVerticalSolidList"/>
    <dgm:cxn modelId="{1FEE6817-4698-4195-8F34-2FA64DB142B0}" type="presParOf" srcId="{346B883B-D710-459E-AB72-5C29376F847A}" destId="{D3E9AE8D-56A7-40BF-A4DE-70C995C2F3B1}" srcOrd="6" destOrd="0" presId="urn:microsoft.com/office/officeart/2018/2/layout/IconVerticalSolidList"/>
    <dgm:cxn modelId="{2BEA8744-7826-458B-B496-636A18B89FF4}" type="presParOf" srcId="{D3E9AE8D-56A7-40BF-A4DE-70C995C2F3B1}" destId="{E1963AAE-2C96-403B-89BB-D2222DD58419}" srcOrd="0" destOrd="0" presId="urn:microsoft.com/office/officeart/2018/2/layout/IconVerticalSolidList"/>
    <dgm:cxn modelId="{2A41F9B4-C3D4-4DB9-A88A-034D7668945F}" type="presParOf" srcId="{D3E9AE8D-56A7-40BF-A4DE-70C995C2F3B1}" destId="{338A4D33-B3F2-4C53-9633-D87F5A93ABE7}" srcOrd="1" destOrd="0" presId="urn:microsoft.com/office/officeart/2018/2/layout/IconVerticalSolidList"/>
    <dgm:cxn modelId="{648A4B63-02F9-4719-8ADD-FD5F140DFA51}" type="presParOf" srcId="{D3E9AE8D-56A7-40BF-A4DE-70C995C2F3B1}" destId="{02679BB3-FD88-4A94-A792-365650A32D3F}" srcOrd="2" destOrd="0" presId="urn:microsoft.com/office/officeart/2018/2/layout/IconVerticalSolidList"/>
    <dgm:cxn modelId="{709FA728-D2E9-450D-B352-75112D495FCC}" type="presParOf" srcId="{D3E9AE8D-56A7-40BF-A4DE-70C995C2F3B1}" destId="{FC82FC93-C397-406A-9380-37991D776578}" srcOrd="3" destOrd="0" presId="urn:microsoft.com/office/officeart/2018/2/layout/IconVerticalSolidList"/>
    <dgm:cxn modelId="{D9701CD0-7FFB-402C-A43F-18F4D98D02C5}" type="presParOf" srcId="{346B883B-D710-459E-AB72-5C29376F847A}" destId="{F69DFDEF-51F9-42A0-B0F0-E506164D276C}" srcOrd="7" destOrd="0" presId="urn:microsoft.com/office/officeart/2018/2/layout/IconVerticalSolidList"/>
    <dgm:cxn modelId="{B0E2464B-CCC4-479B-B306-C0A71F9845EE}" type="presParOf" srcId="{346B883B-D710-459E-AB72-5C29376F847A}" destId="{AFC32CB2-9EF8-4AF3-A959-11BB9F2A87D3}" srcOrd="8" destOrd="0" presId="urn:microsoft.com/office/officeart/2018/2/layout/IconVerticalSolidList"/>
    <dgm:cxn modelId="{159167E7-13AF-41ED-B2B3-1B373C5EAC68}" type="presParOf" srcId="{AFC32CB2-9EF8-4AF3-A959-11BB9F2A87D3}" destId="{825C56E3-AE83-4B54-AAB7-C1C58DAA5EF3}" srcOrd="0" destOrd="0" presId="urn:microsoft.com/office/officeart/2018/2/layout/IconVerticalSolidList"/>
    <dgm:cxn modelId="{D402B144-03FD-4678-BB59-6281774AC421}" type="presParOf" srcId="{AFC32CB2-9EF8-4AF3-A959-11BB9F2A87D3}" destId="{D59EEA6E-71B8-44E1-9180-1A3A5D3779CD}" srcOrd="1" destOrd="0" presId="urn:microsoft.com/office/officeart/2018/2/layout/IconVerticalSolidList"/>
    <dgm:cxn modelId="{C256D17B-EDD4-4E66-9F6D-28FB5BCBCB5A}" type="presParOf" srcId="{AFC32CB2-9EF8-4AF3-A959-11BB9F2A87D3}" destId="{BDB36915-9839-40A3-90C6-5903676D8661}" srcOrd="2" destOrd="0" presId="urn:microsoft.com/office/officeart/2018/2/layout/IconVerticalSolidList"/>
    <dgm:cxn modelId="{CEE83046-630D-49C0-983D-08DF8854D478}" type="presParOf" srcId="{AFC32CB2-9EF8-4AF3-A959-11BB9F2A87D3}" destId="{888BA6FE-3795-4EBC-8C34-DF4A763D91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D6A24F2-A008-4833-9CF7-7507768611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9967F4-EF7A-4980-82A5-E99C8C57E7C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O que é:</a:t>
          </a:r>
          <a:r>
            <a:rPr lang="pt-BR"/>
            <a:t> pedir que a IA explique seu raciocínio e depois critique a própria explicação</a:t>
          </a:r>
          <a:endParaRPr lang="en-US"/>
        </a:p>
      </dgm:t>
    </dgm:pt>
    <dgm:pt modelId="{1172DB55-FAED-4C0C-86C4-C2F824B2763A}" type="parTrans" cxnId="{091AB0A7-FDA5-4EB1-9DFC-C16C1715BF8D}">
      <dgm:prSet/>
      <dgm:spPr/>
      <dgm:t>
        <a:bodyPr/>
        <a:lstStyle/>
        <a:p>
          <a:endParaRPr lang="en-US"/>
        </a:p>
      </dgm:t>
    </dgm:pt>
    <dgm:pt modelId="{437B7601-F223-4AB2-8957-A4370A8F19C4}" type="sibTrans" cxnId="{091AB0A7-FDA5-4EB1-9DFC-C16C1715BF8D}">
      <dgm:prSet/>
      <dgm:spPr/>
      <dgm:t>
        <a:bodyPr/>
        <a:lstStyle/>
        <a:p>
          <a:endParaRPr lang="en-US"/>
        </a:p>
      </dgm:t>
    </dgm:pt>
    <dgm:pt modelId="{38EEACEE-33D3-400E-B6EF-496A6D25D38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Diferença para Chain of Verification:</a:t>
          </a:r>
          <a:r>
            <a:rPr lang="pt-BR"/>
            <a:t> aqui o foco é no </a:t>
          </a:r>
          <a:r>
            <a:rPr lang="pt-BR" i="1"/>
            <a:t>processo de raciocínio</a:t>
          </a:r>
          <a:r>
            <a:rPr lang="pt-BR"/>
            <a:t>, não só nos fatos</a:t>
          </a:r>
          <a:endParaRPr lang="en-US"/>
        </a:p>
      </dgm:t>
    </dgm:pt>
    <dgm:pt modelId="{293B0E4B-CD20-4C6E-B4E7-687DA1535054}" type="parTrans" cxnId="{5EF5ACB0-EDB8-401B-883D-DCC2CFBFC4CF}">
      <dgm:prSet/>
      <dgm:spPr/>
      <dgm:t>
        <a:bodyPr/>
        <a:lstStyle/>
        <a:p>
          <a:endParaRPr lang="en-US"/>
        </a:p>
      </dgm:t>
    </dgm:pt>
    <dgm:pt modelId="{38CE99A7-1EC0-48D3-9975-8C524E3D0B1B}" type="sibTrans" cxnId="{5EF5ACB0-EDB8-401B-883D-DCC2CFBFC4CF}">
      <dgm:prSet/>
      <dgm:spPr/>
      <dgm:t>
        <a:bodyPr/>
        <a:lstStyle/>
        <a:p>
          <a:endParaRPr lang="en-US"/>
        </a:p>
      </dgm:t>
    </dgm:pt>
    <dgm:pt modelId="{D48B1C79-AA44-4B4F-AB0B-CC0FA39DA2E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Quando usar:</a:t>
          </a:r>
          <a:r>
            <a:rPr lang="pt-BR"/>
            <a:t> análises, recomendações, resoluções de problemas complexos</a:t>
          </a:r>
          <a:endParaRPr lang="en-US"/>
        </a:p>
      </dgm:t>
    </dgm:pt>
    <dgm:pt modelId="{61D0FB60-E198-49DE-A72F-F07155FE2FC4}" type="parTrans" cxnId="{E827892A-B303-4B74-8FDE-C9CBD997FCED}">
      <dgm:prSet/>
      <dgm:spPr/>
      <dgm:t>
        <a:bodyPr/>
        <a:lstStyle/>
        <a:p>
          <a:endParaRPr lang="en-US"/>
        </a:p>
      </dgm:t>
    </dgm:pt>
    <dgm:pt modelId="{E37D8856-FF64-4CBE-BC65-44C32140D4BE}" type="sibTrans" cxnId="{E827892A-B303-4B74-8FDE-C9CBD997FCED}">
      <dgm:prSet/>
      <dgm:spPr/>
      <dgm:t>
        <a:bodyPr/>
        <a:lstStyle/>
        <a:p>
          <a:endParaRPr lang="en-US"/>
        </a:p>
      </dgm:t>
    </dgm:pt>
    <dgm:pt modelId="{973C7CD5-A14C-4289-9CF4-99292C321A2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Estrutura:</a:t>
          </a:r>
          <a:r>
            <a:rPr lang="pt-BR"/>
            <a:t> gerar → explicar → criticar → corrigir → entregar</a:t>
          </a:r>
          <a:endParaRPr lang="en-US"/>
        </a:p>
      </dgm:t>
    </dgm:pt>
    <dgm:pt modelId="{F65E89F9-699B-45DC-9502-A5130020C55C}" type="parTrans" cxnId="{4673612A-2440-4221-AB55-A06500E27FBB}">
      <dgm:prSet/>
      <dgm:spPr/>
      <dgm:t>
        <a:bodyPr/>
        <a:lstStyle/>
        <a:p>
          <a:endParaRPr lang="en-US"/>
        </a:p>
      </dgm:t>
    </dgm:pt>
    <dgm:pt modelId="{A7571148-A5CF-4CA0-B5B9-36FE9B98ED81}" type="sibTrans" cxnId="{4673612A-2440-4221-AB55-A06500E27FBB}">
      <dgm:prSet/>
      <dgm:spPr/>
      <dgm:t>
        <a:bodyPr/>
        <a:lstStyle/>
        <a:p>
          <a:endParaRPr lang="en-US"/>
        </a:p>
      </dgm:t>
    </dgm:pt>
    <dgm:pt modelId="{05FDBADF-334A-49D3-8CA6-1DF78251274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Captura erros lógicos que passariam despercebidos em respostas diretas</a:t>
          </a:r>
          <a:endParaRPr lang="en-US"/>
        </a:p>
      </dgm:t>
    </dgm:pt>
    <dgm:pt modelId="{A4C787C3-49D2-4A80-A90A-0A7B3D42479E}" type="parTrans" cxnId="{95C50AD3-DBE9-4CAF-8081-8F4844DD80EB}">
      <dgm:prSet/>
      <dgm:spPr/>
      <dgm:t>
        <a:bodyPr/>
        <a:lstStyle/>
        <a:p>
          <a:endParaRPr lang="en-US"/>
        </a:p>
      </dgm:t>
    </dgm:pt>
    <dgm:pt modelId="{DB5F2CD9-550B-4C8E-9C3B-625FEE602558}" type="sibTrans" cxnId="{95C50AD3-DBE9-4CAF-8081-8F4844DD80EB}">
      <dgm:prSet/>
      <dgm:spPr/>
      <dgm:t>
        <a:bodyPr/>
        <a:lstStyle/>
        <a:p>
          <a:endParaRPr lang="en-US"/>
        </a:p>
      </dgm:t>
    </dgm:pt>
    <dgm:pt modelId="{CBA2DC04-4516-4EF0-9D86-46E7B929C330}" type="pres">
      <dgm:prSet presAssocID="{5D6A24F2-A008-4833-9CF7-7507768611BF}" presName="root" presStyleCnt="0">
        <dgm:presLayoutVars>
          <dgm:dir/>
          <dgm:resizeHandles val="exact"/>
        </dgm:presLayoutVars>
      </dgm:prSet>
      <dgm:spPr/>
    </dgm:pt>
    <dgm:pt modelId="{37350F07-2753-4A4F-AF68-F2E95FB6EDE1}" type="pres">
      <dgm:prSet presAssocID="{919967F4-EF7A-4980-82A5-E99C8C57E7C0}" presName="compNode" presStyleCnt="0"/>
      <dgm:spPr/>
    </dgm:pt>
    <dgm:pt modelId="{AF23E30E-4E05-4CE5-AC31-294FCEED20DC}" type="pres">
      <dgm:prSet presAssocID="{919967F4-EF7A-4980-82A5-E99C8C57E7C0}" presName="bgRect" presStyleLbl="bgShp" presStyleIdx="0" presStyleCnt="5"/>
      <dgm:spPr/>
    </dgm:pt>
    <dgm:pt modelId="{46F97953-E8E4-4C6F-8F32-246E36809A30}" type="pres">
      <dgm:prSet presAssocID="{919967F4-EF7A-4980-82A5-E99C8C57E7C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pas"/>
        </a:ext>
      </dgm:extLst>
    </dgm:pt>
    <dgm:pt modelId="{09211B48-10E5-4065-A2FD-D0613C95BE3B}" type="pres">
      <dgm:prSet presAssocID="{919967F4-EF7A-4980-82A5-E99C8C57E7C0}" presName="spaceRect" presStyleCnt="0"/>
      <dgm:spPr/>
    </dgm:pt>
    <dgm:pt modelId="{DB7496AB-2134-4D14-9B5A-4B4247F3490F}" type="pres">
      <dgm:prSet presAssocID="{919967F4-EF7A-4980-82A5-E99C8C57E7C0}" presName="parTx" presStyleLbl="revTx" presStyleIdx="0" presStyleCnt="5">
        <dgm:presLayoutVars>
          <dgm:chMax val="0"/>
          <dgm:chPref val="0"/>
        </dgm:presLayoutVars>
      </dgm:prSet>
      <dgm:spPr/>
    </dgm:pt>
    <dgm:pt modelId="{D8BE5ABA-AA2E-4E02-A28E-22D8A058C14B}" type="pres">
      <dgm:prSet presAssocID="{437B7601-F223-4AB2-8957-A4370A8F19C4}" presName="sibTrans" presStyleCnt="0"/>
      <dgm:spPr/>
    </dgm:pt>
    <dgm:pt modelId="{412339B2-D07C-42A6-87BE-57866FE318CB}" type="pres">
      <dgm:prSet presAssocID="{38EEACEE-33D3-400E-B6EF-496A6D25D38A}" presName="compNode" presStyleCnt="0"/>
      <dgm:spPr/>
    </dgm:pt>
    <dgm:pt modelId="{192A0E15-B3B7-4804-AB04-51150714EB43}" type="pres">
      <dgm:prSet presAssocID="{38EEACEE-33D3-400E-B6EF-496A6D25D38A}" presName="bgRect" presStyleLbl="bgShp" presStyleIdx="1" presStyleCnt="5"/>
      <dgm:spPr/>
    </dgm:pt>
    <dgm:pt modelId="{8025E92D-926E-4972-8D6E-CB41903E793F}" type="pres">
      <dgm:prSet presAssocID="{38EEACEE-33D3-400E-B6EF-496A6D25D38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rno"/>
        </a:ext>
      </dgm:extLst>
    </dgm:pt>
    <dgm:pt modelId="{A198009C-623D-4717-B7BC-70474B401D0A}" type="pres">
      <dgm:prSet presAssocID="{38EEACEE-33D3-400E-B6EF-496A6D25D38A}" presName="spaceRect" presStyleCnt="0"/>
      <dgm:spPr/>
    </dgm:pt>
    <dgm:pt modelId="{27E6C33A-EF08-40D4-A426-5274551D1BB2}" type="pres">
      <dgm:prSet presAssocID="{38EEACEE-33D3-400E-B6EF-496A6D25D38A}" presName="parTx" presStyleLbl="revTx" presStyleIdx="1" presStyleCnt="5">
        <dgm:presLayoutVars>
          <dgm:chMax val="0"/>
          <dgm:chPref val="0"/>
        </dgm:presLayoutVars>
      </dgm:prSet>
      <dgm:spPr/>
    </dgm:pt>
    <dgm:pt modelId="{45DB2508-3CD5-449D-827C-5443C1F00B5D}" type="pres">
      <dgm:prSet presAssocID="{38CE99A7-1EC0-48D3-9975-8C524E3D0B1B}" presName="sibTrans" presStyleCnt="0"/>
      <dgm:spPr/>
    </dgm:pt>
    <dgm:pt modelId="{A5AEF7A4-B3BA-45E6-93D0-9C8C52377F0D}" type="pres">
      <dgm:prSet presAssocID="{D48B1C79-AA44-4B4F-AB0B-CC0FA39DA2ED}" presName="compNode" presStyleCnt="0"/>
      <dgm:spPr/>
    </dgm:pt>
    <dgm:pt modelId="{8A5342B8-5094-4F40-9F38-C594F0BC5A3B}" type="pres">
      <dgm:prSet presAssocID="{D48B1C79-AA44-4B4F-AB0B-CC0FA39DA2ED}" presName="bgRect" presStyleLbl="bgShp" presStyleIdx="2" presStyleCnt="5"/>
      <dgm:spPr/>
    </dgm:pt>
    <dgm:pt modelId="{651EE839-B02A-47FD-A31C-98E6CB0CEC8A}" type="pres">
      <dgm:prSet presAssocID="{D48B1C79-AA44-4B4F-AB0B-CC0FA39DA2E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Átomo"/>
        </a:ext>
      </dgm:extLst>
    </dgm:pt>
    <dgm:pt modelId="{1B95CACE-46A8-4F90-984E-E6AB51464296}" type="pres">
      <dgm:prSet presAssocID="{D48B1C79-AA44-4B4F-AB0B-CC0FA39DA2ED}" presName="spaceRect" presStyleCnt="0"/>
      <dgm:spPr/>
    </dgm:pt>
    <dgm:pt modelId="{B5DA5037-C04A-43A3-9ACA-A357BC1F23F0}" type="pres">
      <dgm:prSet presAssocID="{D48B1C79-AA44-4B4F-AB0B-CC0FA39DA2ED}" presName="parTx" presStyleLbl="revTx" presStyleIdx="2" presStyleCnt="5">
        <dgm:presLayoutVars>
          <dgm:chMax val="0"/>
          <dgm:chPref val="0"/>
        </dgm:presLayoutVars>
      </dgm:prSet>
      <dgm:spPr/>
    </dgm:pt>
    <dgm:pt modelId="{8CF6438B-286E-403B-9ECC-96AEF6965B44}" type="pres">
      <dgm:prSet presAssocID="{E37D8856-FF64-4CBE-BC65-44C32140D4BE}" presName="sibTrans" presStyleCnt="0"/>
      <dgm:spPr/>
    </dgm:pt>
    <dgm:pt modelId="{3B229361-C916-4CE4-B8B8-FA926782D100}" type="pres">
      <dgm:prSet presAssocID="{973C7CD5-A14C-4289-9CF4-99292C321A22}" presName="compNode" presStyleCnt="0"/>
      <dgm:spPr/>
    </dgm:pt>
    <dgm:pt modelId="{B2327405-A3C4-47A2-8A5F-81EC5790CA87}" type="pres">
      <dgm:prSet presAssocID="{973C7CD5-A14C-4289-9CF4-99292C321A22}" presName="bgRect" presStyleLbl="bgShp" presStyleIdx="3" presStyleCnt="5"/>
      <dgm:spPr/>
    </dgm:pt>
    <dgm:pt modelId="{1BAB1111-84B4-44E0-AFB4-E48F8929480F}" type="pres">
      <dgm:prSet presAssocID="{973C7CD5-A14C-4289-9CF4-99292C321A2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9DD128B-6D0C-4D19-B372-52BB3211B321}" type="pres">
      <dgm:prSet presAssocID="{973C7CD5-A14C-4289-9CF4-99292C321A22}" presName="spaceRect" presStyleCnt="0"/>
      <dgm:spPr/>
    </dgm:pt>
    <dgm:pt modelId="{5B2FADA0-C752-4E6A-9DD6-816631FE4A42}" type="pres">
      <dgm:prSet presAssocID="{973C7CD5-A14C-4289-9CF4-99292C321A22}" presName="parTx" presStyleLbl="revTx" presStyleIdx="3" presStyleCnt="5">
        <dgm:presLayoutVars>
          <dgm:chMax val="0"/>
          <dgm:chPref val="0"/>
        </dgm:presLayoutVars>
      </dgm:prSet>
      <dgm:spPr/>
    </dgm:pt>
    <dgm:pt modelId="{C49ECCA6-33C8-4BD3-A55A-4D9313B75517}" type="pres">
      <dgm:prSet presAssocID="{A7571148-A5CF-4CA0-B5B9-36FE9B98ED81}" presName="sibTrans" presStyleCnt="0"/>
      <dgm:spPr/>
    </dgm:pt>
    <dgm:pt modelId="{8F53494C-E18E-4F84-9C96-CDCF254E3493}" type="pres">
      <dgm:prSet presAssocID="{05FDBADF-334A-49D3-8CA6-1DF782512745}" presName="compNode" presStyleCnt="0"/>
      <dgm:spPr/>
    </dgm:pt>
    <dgm:pt modelId="{4A268266-D7C7-4557-8564-CF44265DC1A2}" type="pres">
      <dgm:prSet presAssocID="{05FDBADF-334A-49D3-8CA6-1DF782512745}" presName="bgRect" presStyleLbl="bgShp" presStyleIdx="4" presStyleCnt="5"/>
      <dgm:spPr/>
    </dgm:pt>
    <dgm:pt modelId="{D9981FB8-8EE8-4DDC-80F3-490957E6F7D6}" type="pres">
      <dgm:prSet presAssocID="{05FDBADF-334A-49D3-8CA6-1DF78251274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to"/>
        </a:ext>
      </dgm:extLst>
    </dgm:pt>
    <dgm:pt modelId="{836F1243-CE95-44D1-A34E-E94F490485C7}" type="pres">
      <dgm:prSet presAssocID="{05FDBADF-334A-49D3-8CA6-1DF782512745}" presName="spaceRect" presStyleCnt="0"/>
      <dgm:spPr/>
    </dgm:pt>
    <dgm:pt modelId="{A2B172B1-C44F-4DFA-9EC7-BFBF18050B13}" type="pres">
      <dgm:prSet presAssocID="{05FDBADF-334A-49D3-8CA6-1DF78251274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673612A-2440-4221-AB55-A06500E27FBB}" srcId="{5D6A24F2-A008-4833-9CF7-7507768611BF}" destId="{973C7CD5-A14C-4289-9CF4-99292C321A22}" srcOrd="3" destOrd="0" parTransId="{F65E89F9-699B-45DC-9502-A5130020C55C}" sibTransId="{A7571148-A5CF-4CA0-B5B9-36FE9B98ED81}"/>
    <dgm:cxn modelId="{E827892A-B303-4B74-8FDE-C9CBD997FCED}" srcId="{5D6A24F2-A008-4833-9CF7-7507768611BF}" destId="{D48B1C79-AA44-4B4F-AB0B-CC0FA39DA2ED}" srcOrd="2" destOrd="0" parTransId="{61D0FB60-E198-49DE-A72F-F07155FE2FC4}" sibTransId="{E37D8856-FF64-4CBE-BC65-44C32140D4BE}"/>
    <dgm:cxn modelId="{0804095E-DD0A-4E92-A1F1-BEB97AC7DB00}" type="presOf" srcId="{05FDBADF-334A-49D3-8CA6-1DF782512745}" destId="{A2B172B1-C44F-4DFA-9EC7-BFBF18050B13}" srcOrd="0" destOrd="0" presId="urn:microsoft.com/office/officeart/2018/2/layout/IconVerticalSolidList"/>
    <dgm:cxn modelId="{1AF90F6F-0AD4-4FBE-AD24-58F8106A9011}" type="presOf" srcId="{973C7CD5-A14C-4289-9CF4-99292C321A22}" destId="{5B2FADA0-C752-4E6A-9DD6-816631FE4A42}" srcOrd="0" destOrd="0" presId="urn:microsoft.com/office/officeart/2018/2/layout/IconVerticalSolidList"/>
    <dgm:cxn modelId="{AC39008D-0919-4AFF-9815-A84C1E21F270}" type="presOf" srcId="{38EEACEE-33D3-400E-B6EF-496A6D25D38A}" destId="{27E6C33A-EF08-40D4-A426-5274551D1BB2}" srcOrd="0" destOrd="0" presId="urn:microsoft.com/office/officeart/2018/2/layout/IconVerticalSolidList"/>
    <dgm:cxn modelId="{091AB0A7-FDA5-4EB1-9DFC-C16C1715BF8D}" srcId="{5D6A24F2-A008-4833-9CF7-7507768611BF}" destId="{919967F4-EF7A-4980-82A5-E99C8C57E7C0}" srcOrd="0" destOrd="0" parTransId="{1172DB55-FAED-4C0C-86C4-C2F824B2763A}" sibTransId="{437B7601-F223-4AB2-8957-A4370A8F19C4}"/>
    <dgm:cxn modelId="{5EF5ACB0-EDB8-401B-883D-DCC2CFBFC4CF}" srcId="{5D6A24F2-A008-4833-9CF7-7507768611BF}" destId="{38EEACEE-33D3-400E-B6EF-496A6D25D38A}" srcOrd="1" destOrd="0" parTransId="{293B0E4B-CD20-4C6E-B4E7-687DA1535054}" sibTransId="{38CE99A7-1EC0-48D3-9975-8C524E3D0B1B}"/>
    <dgm:cxn modelId="{95C50AD3-DBE9-4CAF-8081-8F4844DD80EB}" srcId="{5D6A24F2-A008-4833-9CF7-7507768611BF}" destId="{05FDBADF-334A-49D3-8CA6-1DF782512745}" srcOrd="4" destOrd="0" parTransId="{A4C787C3-49D2-4A80-A90A-0A7B3D42479E}" sibTransId="{DB5F2CD9-550B-4C8E-9C3B-625FEE602558}"/>
    <dgm:cxn modelId="{76938EDF-AAC3-45D2-B559-01D599A6BA83}" type="presOf" srcId="{D48B1C79-AA44-4B4F-AB0B-CC0FA39DA2ED}" destId="{B5DA5037-C04A-43A3-9ACA-A357BC1F23F0}" srcOrd="0" destOrd="0" presId="urn:microsoft.com/office/officeart/2018/2/layout/IconVerticalSolidList"/>
    <dgm:cxn modelId="{40CAEBE3-F677-461C-B187-BDF635765280}" type="presOf" srcId="{919967F4-EF7A-4980-82A5-E99C8C57E7C0}" destId="{DB7496AB-2134-4D14-9B5A-4B4247F3490F}" srcOrd="0" destOrd="0" presId="urn:microsoft.com/office/officeart/2018/2/layout/IconVerticalSolidList"/>
    <dgm:cxn modelId="{25ABFEFA-8914-41B1-A311-AF4F0938634C}" type="presOf" srcId="{5D6A24F2-A008-4833-9CF7-7507768611BF}" destId="{CBA2DC04-4516-4EF0-9D86-46E7B929C330}" srcOrd="0" destOrd="0" presId="urn:microsoft.com/office/officeart/2018/2/layout/IconVerticalSolidList"/>
    <dgm:cxn modelId="{A415B701-C10A-4ABC-A6ED-8D7B55920B57}" type="presParOf" srcId="{CBA2DC04-4516-4EF0-9D86-46E7B929C330}" destId="{37350F07-2753-4A4F-AF68-F2E95FB6EDE1}" srcOrd="0" destOrd="0" presId="urn:microsoft.com/office/officeart/2018/2/layout/IconVerticalSolidList"/>
    <dgm:cxn modelId="{78E3F0D5-02B9-4BAB-91A8-EE3DF29962C0}" type="presParOf" srcId="{37350F07-2753-4A4F-AF68-F2E95FB6EDE1}" destId="{AF23E30E-4E05-4CE5-AC31-294FCEED20DC}" srcOrd="0" destOrd="0" presId="urn:microsoft.com/office/officeart/2018/2/layout/IconVerticalSolidList"/>
    <dgm:cxn modelId="{BF6FFB77-5FAF-47B3-87BE-F80CB4E64816}" type="presParOf" srcId="{37350F07-2753-4A4F-AF68-F2E95FB6EDE1}" destId="{46F97953-E8E4-4C6F-8F32-246E36809A30}" srcOrd="1" destOrd="0" presId="urn:microsoft.com/office/officeart/2018/2/layout/IconVerticalSolidList"/>
    <dgm:cxn modelId="{13F14C73-94F0-483E-8D18-A3A8DD454628}" type="presParOf" srcId="{37350F07-2753-4A4F-AF68-F2E95FB6EDE1}" destId="{09211B48-10E5-4065-A2FD-D0613C95BE3B}" srcOrd="2" destOrd="0" presId="urn:microsoft.com/office/officeart/2018/2/layout/IconVerticalSolidList"/>
    <dgm:cxn modelId="{3C40ADD4-9C27-4559-9203-F590F3B37732}" type="presParOf" srcId="{37350F07-2753-4A4F-AF68-F2E95FB6EDE1}" destId="{DB7496AB-2134-4D14-9B5A-4B4247F3490F}" srcOrd="3" destOrd="0" presId="urn:microsoft.com/office/officeart/2018/2/layout/IconVerticalSolidList"/>
    <dgm:cxn modelId="{767AFE05-4E6D-4B48-A66E-D3AE2D31F520}" type="presParOf" srcId="{CBA2DC04-4516-4EF0-9D86-46E7B929C330}" destId="{D8BE5ABA-AA2E-4E02-A28E-22D8A058C14B}" srcOrd="1" destOrd="0" presId="urn:microsoft.com/office/officeart/2018/2/layout/IconVerticalSolidList"/>
    <dgm:cxn modelId="{7999F25D-A6E7-48F3-84D1-AD4B1FD5BE6F}" type="presParOf" srcId="{CBA2DC04-4516-4EF0-9D86-46E7B929C330}" destId="{412339B2-D07C-42A6-87BE-57866FE318CB}" srcOrd="2" destOrd="0" presId="urn:microsoft.com/office/officeart/2018/2/layout/IconVerticalSolidList"/>
    <dgm:cxn modelId="{907B9BB6-EE1E-4078-B118-1532B2623C2E}" type="presParOf" srcId="{412339B2-D07C-42A6-87BE-57866FE318CB}" destId="{192A0E15-B3B7-4804-AB04-51150714EB43}" srcOrd="0" destOrd="0" presId="urn:microsoft.com/office/officeart/2018/2/layout/IconVerticalSolidList"/>
    <dgm:cxn modelId="{1ECBDAEA-E850-4C9F-A8A9-A0487ABD699B}" type="presParOf" srcId="{412339B2-D07C-42A6-87BE-57866FE318CB}" destId="{8025E92D-926E-4972-8D6E-CB41903E793F}" srcOrd="1" destOrd="0" presId="urn:microsoft.com/office/officeart/2018/2/layout/IconVerticalSolidList"/>
    <dgm:cxn modelId="{ED277891-552C-4456-9BC6-E39F577D5E1A}" type="presParOf" srcId="{412339B2-D07C-42A6-87BE-57866FE318CB}" destId="{A198009C-623D-4717-B7BC-70474B401D0A}" srcOrd="2" destOrd="0" presId="urn:microsoft.com/office/officeart/2018/2/layout/IconVerticalSolidList"/>
    <dgm:cxn modelId="{3557DDAB-CF1A-4A2D-BF83-5F565C857069}" type="presParOf" srcId="{412339B2-D07C-42A6-87BE-57866FE318CB}" destId="{27E6C33A-EF08-40D4-A426-5274551D1BB2}" srcOrd="3" destOrd="0" presId="urn:microsoft.com/office/officeart/2018/2/layout/IconVerticalSolidList"/>
    <dgm:cxn modelId="{0F1AD91E-F24C-444A-9BAF-9D9E8C05FA6B}" type="presParOf" srcId="{CBA2DC04-4516-4EF0-9D86-46E7B929C330}" destId="{45DB2508-3CD5-449D-827C-5443C1F00B5D}" srcOrd="3" destOrd="0" presId="urn:microsoft.com/office/officeart/2018/2/layout/IconVerticalSolidList"/>
    <dgm:cxn modelId="{AD5B6A6E-036A-4808-B5AA-153030A3A57B}" type="presParOf" srcId="{CBA2DC04-4516-4EF0-9D86-46E7B929C330}" destId="{A5AEF7A4-B3BA-45E6-93D0-9C8C52377F0D}" srcOrd="4" destOrd="0" presId="urn:microsoft.com/office/officeart/2018/2/layout/IconVerticalSolidList"/>
    <dgm:cxn modelId="{6CA8415D-9635-4423-9D5B-BFA4EEEC1B3C}" type="presParOf" srcId="{A5AEF7A4-B3BA-45E6-93D0-9C8C52377F0D}" destId="{8A5342B8-5094-4F40-9F38-C594F0BC5A3B}" srcOrd="0" destOrd="0" presId="urn:microsoft.com/office/officeart/2018/2/layout/IconVerticalSolidList"/>
    <dgm:cxn modelId="{89019910-2568-4F8B-991F-E7F573A5F7B0}" type="presParOf" srcId="{A5AEF7A4-B3BA-45E6-93D0-9C8C52377F0D}" destId="{651EE839-B02A-47FD-A31C-98E6CB0CEC8A}" srcOrd="1" destOrd="0" presId="urn:microsoft.com/office/officeart/2018/2/layout/IconVerticalSolidList"/>
    <dgm:cxn modelId="{83D5451C-1F46-445A-A247-CBD91C6EAF3E}" type="presParOf" srcId="{A5AEF7A4-B3BA-45E6-93D0-9C8C52377F0D}" destId="{1B95CACE-46A8-4F90-984E-E6AB51464296}" srcOrd="2" destOrd="0" presId="urn:microsoft.com/office/officeart/2018/2/layout/IconVerticalSolidList"/>
    <dgm:cxn modelId="{94EFD455-A3E1-4BC7-8323-71CFD7A8FB6B}" type="presParOf" srcId="{A5AEF7A4-B3BA-45E6-93D0-9C8C52377F0D}" destId="{B5DA5037-C04A-43A3-9ACA-A357BC1F23F0}" srcOrd="3" destOrd="0" presId="urn:microsoft.com/office/officeart/2018/2/layout/IconVerticalSolidList"/>
    <dgm:cxn modelId="{08086D9A-7133-4B3D-A334-61068E696A53}" type="presParOf" srcId="{CBA2DC04-4516-4EF0-9D86-46E7B929C330}" destId="{8CF6438B-286E-403B-9ECC-96AEF6965B44}" srcOrd="5" destOrd="0" presId="urn:microsoft.com/office/officeart/2018/2/layout/IconVerticalSolidList"/>
    <dgm:cxn modelId="{50A168B9-93B8-4753-B772-4E5A86634B82}" type="presParOf" srcId="{CBA2DC04-4516-4EF0-9D86-46E7B929C330}" destId="{3B229361-C916-4CE4-B8B8-FA926782D100}" srcOrd="6" destOrd="0" presId="urn:microsoft.com/office/officeart/2018/2/layout/IconVerticalSolidList"/>
    <dgm:cxn modelId="{43972323-51AD-4CCF-A48B-3DB823A1FBED}" type="presParOf" srcId="{3B229361-C916-4CE4-B8B8-FA926782D100}" destId="{B2327405-A3C4-47A2-8A5F-81EC5790CA87}" srcOrd="0" destOrd="0" presId="urn:microsoft.com/office/officeart/2018/2/layout/IconVerticalSolidList"/>
    <dgm:cxn modelId="{DAE74586-5CEF-4A5F-996F-9F7D2835D29A}" type="presParOf" srcId="{3B229361-C916-4CE4-B8B8-FA926782D100}" destId="{1BAB1111-84B4-44E0-AFB4-E48F8929480F}" srcOrd="1" destOrd="0" presId="urn:microsoft.com/office/officeart/2018/2/layout/IconVerticalSolidList"/>
    <dgm:cxn modelId="{45E6C3EB-D26D-4653-8E5B-E561FE9C219C}" type="presParOf" srcId="{3B229361-C916-4CE4-B8B8-FA926782D100}" destId="{59DD128B-6D0C-4D19-B372-52BB3211B321}" srcOrd="2" destOrd="0" presId="urn:microsoft.com/office/officeart/2018/2/layout/IconVerticalSolidList"/>
    <dgm:cxn modelId="{A94CDF21-3A83-4690-9AA8-4782C07AED19}" type="presParOf" srcId="{3B229361-C916-4CE4-B8B8-FA926782D100}" destId="{5B2FADA0-C752-4E6A-9DD6-816631FE4A42}" srcOrd="3" destOrd="0" presId="urn:microsoft.com/office/officeart/2018/2/layout/IconVerticalSolidList"/>
    <dgm:cxn modelId="{D6B5D790-B5F8-4E0F-8C61-0C38C7B564B9}" type="presParOf" srcId="{CBA2DC04-4516-4EF0-9D86-46E7B929C330}" destId="{C49ECCA6-33C8-4BD3-A55A-4D9313B75517}" srcOrd="7" destOrd="0" presId="urn:microsoft.com/office/officeart/2018/2/layout/IconVerticalSolidList"/>
    <dgm:cxn modelId="{ABB11961-116F-4F79-8767-FE25FC525C62}" type="presParOf" srcId="{CBA2DC04-4516-4EF0-9D86-46E7B929C330}" destId="{8F53494C-E18E-4F84-9C96-CDCF254E3493}" srcOrd="8" destOrd="0" presId="urn:microsoft.com/office/officeart/2018/2/layout/IconVerticalSolidList"/>
    <dgm:cxn modelId="{80866BB2-F25F-41F3-82CD-93C71A41C28C}" type="presParOf" srcId="{8F53494C-E18E-4F84-9C96-CDCF254E3493}" destId="{4A268266-D7C7-4557-8564-CF44265DC1A2}" srcOrd="0" destOrd="0" presId="urn:microsoft.com/office/officeart/2018/2/layout/IconVerticalSolidList"/>
    <dgm:cxn modelId="{3445E92B-B657-40CC-8DE2-363F980E90C2}" type="presParOf" srcId="{8F53494C-E18E-4F84-9C96-CDCF254E3493}" destId="{D9981FB8-8EE8-4DDC-80F3-490957E6F7D6}" srcOrd="1" destOrd="0" presId="urn:microsoft.com/office/officeart/2018/2/layout/IconVerticalSolidList"/>
    <dgm:cxn modelId="{41774FCD-BD34-4EC4-ACF4-469B856F2F60}" type="presParOf" srcId="{8F53494C-E18E-4F84-9C96-CDCF254E3493}" destId="{836F1243-CE95-44D1-A34E-E94F490485C7}" srcOrd="2" destOrd="0" presId="urn:microsoft.com/office/officeart/2018/2/layout/IconVerticalSolidList"/>
    <dgm:cxn modelId="{DA3DAB72-2E79-4BE1-A2D4-58877E6E3D16}" type="presParOf" srcId="{8F53494C-E18E-4F84-9C96-CDCF254E3493}" destId="{A2B172B1-C44F-4DFA-9EC7-BFBF18050B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61F3B3B-E849-44B4-B52D-406A8CEFB9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0FC738-337F-4482-82AD-81BB149EF427}">
      <dgm:prSet/>
      <dgm:spPr/>
      <dgm:t>
        <a:bodyPr/>
        <a:lstStyle/>
        <a:p>
          <a:r>
            <a:rPr lang="pt-BR"/>
            <a:t>Seja específico: substitua adjetivos vagos por critérios mensuráveis</a:t>
          </a:r>
          <a:endParaRPr lang="en-US"/>
        </a:p>
      </dgm:t>
    </dgm:pt>
    <dgm:pt modelId="{44A4672D-D2F0-40FC-A2A3-5210039C8511}" type="parTrans" cxnId="{75FC6982-0B48-4481-9B5F-6A0EF00187F8}">
      <dgm:prSet/>
      <dgm:spPr/>
      <dgm:t>
        <a:bodyPr/>
        <a:lstStyle/>
        <a:p>
          <a:endParaRPr lang="en-US"/>
        </a:p>
      </dgm:t>
    </dgm:pt>
    <dgm:pt modelId="{629575A0-F5E5-438E-A4B4-11AF4A8A39C3}" type="sibTrans" cxnId="{75FC6982-0B48-4481-9B5F-6A0EF00187F8}">
      <dgm:prSet/>
      <dgm:spPr/>
      <dgm:t>
        <a:bodyPr/>
        <a:lstStyle/>
        <a:p>
          <a:endParaRPr lang="en-US"/>
        </a:p>
      </dgm:t>
    </dgm:pt>
    <dgm:pt modelId="{5CEF8E0F-72C4-45B6-96DA-CFD5A9DCD138}">
      <dgm:prSet/>
      <dgm:spPr/>
      <dgm:t>
        <a:bodyPr/>
        <a:lstStyle/>
        <a:p>
          <a:r>
            <a:rPr lang="pt-BR"/>
            <a:t>Defina o papel da IA: </a:t>
          </a:r>
          <a:r>
            <a:rPr lang="pt-BR" b="1" i="1"/>
            <a:t>"Atue como..."</a:t>
          </a:r>
          <a:r>
            <a:rPr lang="pt-BR" b="1"/>
            <a:t> </a:t>
          </a:r>
          <a:r>
            <a:rPr lang="pt-BR"/>
            <a:t>melhora o enquadramento da resposta</a:t>
          </a:r>
          <a:endParaRPr lang="en-US"/>
        </a:p>
      </dgm:t>
    </dgm:pt>
    <dgm:pt modelId="{DACEB817-8467-4B99-9EEA-B67E4FDDA596}" type="parTrans" cxnId="{24541D7D-BE98-4497-98F8-B6D9EB4910A5}">
      <dgm:prSet/>
      <dgm:spPr/>
      <dgm:t>
        <a:bodyPr/>
        <a:lstStyle/>
        <a:p>
          <a:endParaRPr lang="en-US"/>
        </a:p>
      </dgm:t>
    </dgm:pt>
    <dgm:pt modelId="{4BF1CCA6-D0BE-455D-90E2-09FAD823BBEE}" type="sibTrans" cxnId="{24541D7D-BE98-4497-98F8-B6D9EB4910A5}">
      <dgm:prSet/>
      <dgm:spPr/>
      <dgm:t>
        <a:bodyPr/>
        <a:lstStyle/>
        <a:p>
          <a:endParaRPr lang="en-US"/>
        </a:p>
      </dgm:t>
    </dgm:pt>
    <dgm:pt modelId="{FCE8E5C1-9434-4887-93E1-8B09E2C7798E}">
      <dgm:prSet/>
      <dgm:spPr/>
      <dgm:t>
        <a:bodyPr/>
        <a:lstStyle/>
        <a:p>
          <a:r>
            <a:rPr lang="pt-BR"/>
            <a:t>Indique o formato de saída esperado: lista, tabela, texto corrido, tópicos</a:t>
          </a:r>
          <a:endParaRPr lang="en-US"/>
        </a:p>
      </dgm:t>
    </dgm:pt>
    <dgm:pt modelId="{100F35B6-5242-4450-9258-85C1B21D870C}" type="parTrans" cxnId="{FEBA4D45-9BF6-4DDE-8CD1-8B8F7FA60E7B}">
      <dgm:prSet/>
      <dgm:spPr/>
      <dgm:t>
        <a:bodyPr/>
        <a:lstStyle/>
        <a:p>
          <a:endParaRPr lang="en-US"/>
        </a:p>
      </dgm:t>
    </dgm:pt>
    <dgm:pt modelId="{73FEC6E8-FE38-4932-94C4-76B752FE0DF7}" type="sibTrans" cxnId="{FEBA4D45-9BF6-4DDE-8CD1-8B8F7FA60E7B}">
      <dgm:prSet/>
      <dgm:spPr/>
      <dgm:t>
        <a:bodyPr/>
        <a:lstStyle/>
        <a:p>
          <a:endParaRPr lang="en-US"/>
        </a:p>
      </dgm:t>
    </dgm:pt>
    <dgm:pt modelId="{1CE78037-47C6-4C6B-9B64-4511746463E4}">
      <dgm:prSet/>
      <dgm:spPr/>
      <dgm:t>
        <a:bodyPr/>
        <a:lstStyle/>
        <a:p>
          <a:r>
            <a:rPr lang="pt-BR"/>
            <a:t>Itere: o primeiro prompt raramente é o melhor — refine a conversa</a:t>
          </a:r>
          <a:endParaRPr lang="en-US"/>
        </a:p>
      </dgm:t>
    </dgm:pt>
    <dgm:pt modelId="{59DD2835-E4C1-436F-AB6C-7C7D61C99562}" type="parTrans" cxnId="{6B76316E-B7AB-4F27-810D-6A13F8CAAE6E}">
      <dgm:prSet/>
      <dgm:spPr/>
      <dgm:t>
        <a:bodyPr/>
        <a:lstStyle/>
        <a:p>
          <a:endParaRPr lang="en-US"/>
        </a:p>
      </dgm:t>
    </dgm:pt>
    <dgm:pt modelId="{79FDD466-73D5-426F-AE52-0D99DE5EA148}" type="sibTrans" cxnId="{6B76316E-B7AB-4F27-810D-6A13F8CAAE6E}">
      <dgm:prSet/>
      <dgm:spPr/>
      <dgm:t>
        <a:bodyPr/>
        <a:lstStyle/>
        <a:p>
          <a:endParaRPr lang="en-US"/>
        </a:p>
      </dgm:t>
    </dgm:pt>
    <dgm:pt modelId="{C548693E-BABC-4EF0-AEFD-D354D5C2627D}">
      <dgm:prSet/>
      <dgm:spPr/>
      <dgm:t>
        <a:bodyPr/>
        <a:lstStyle/>
        <a:p>
          <a:r>
            <a:rPr lang="pt-BR"/>
            <a:t>Desconfie de respostas muito confiantes em temas factuais — sempre verifique</a:t>
          </a:r>
          <a:endParaRPr lang="en-US"/>
        </a:p>
      </dgm:t>
    </dgm:pt>
    <dgm:pt modelId="{E8C0C5CF-2D05-4651-8E55-F0BEDE9FBF23}" type="parTrans" cxnId="{8A835351-8D18-45E6-BF63-B97CB91EF57E}">
      <dgm:prSet/>
      <dgm:spPr/>
      <dgm:t>
        <a:bodyPr/>
        <a:lstStyle/>
        <a:p>
          <a:endParaRPr lang="en-US"/>
        </a:p>
      </dgm:t>
    </dgm:pt>
    <dgm:pt modelId="{98C3BE64-2363-43AD-A160-96F87286C536}" type="sibTrans" cxnId="{8A835351-8D18-45E6-BF63-B97CB91EF57E}">
      <dgm:prSet/>
      <dgm:spPr/>
      <dgm:t>
        <a:bodyPr/>
        <a:lstStyle/>
        <a:p>
          <a:endParaRPr lang="en-US"/>
        </a:p>
      </dgm:t>
    </dgm:pt>
    <dgm:pt modelId="{8CD85E7A-7B1D-4F3A-BA13-EA800CBCA9E3}" type="pres">
      <dgm:prSet presAssocID="{F61F3B3B-E849-44B4-B52D-406A8CEFB904}" presName="root" presStyleCnt="0">
        <dgm:presLayoutVars>
          <dgm:dir/>
          <dgm:resizeHandles val="exact"/>
        </dgm:presLayoutVars>
      </dgm:prSet>
      <dgm:spPr/>
    </dgm:pt>
    <dgm:pt modelId="{D734DDDD-1DCF-4C43-9E5B-33B64AF1457C}" type="pres">
      <dgm:prSet presAssocID="{230FC738-337F-4482-82AD-81BB149EF427}" presName="compNode" presStyleCnt="0"/>
      <dgm:spPr/>
    </dgm:pt>
    <dgm:pt modelId="{5F3A8B03-B963-4977-8243-17DD0FF0224F}" type="pres">
      <dgm:prSet presAssocID="{230FC738-337F-4482-82AD-81BB149EF427}" presName="bgRect" presStyleLbl="bgShp" presStyleIdx="0" presStyleCnt="5"/>
      <dgm:spPr/>
    </dgm:pt>
    <dgm:pt modelId="{674CFED4-DAD8-4855-9564-9901F9D0E0D2}" type="pres">
      <dgm:prSet presAssocID="{230FC738-337F-4482-82AD-81BB149EF42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73B66729-997B-4628-B99D-30316D53D513}" type="pres">
      <dgm:prSet presAssocID="{230FC738-337F-4482-82AD-81BB149EF427}" presName="spaceRect" presStyleCnt="0"/>
      <dgm:spPr/>
    </dgm:pt>
    <dgm:pt modelId="{C37A0022-C812-4A8B-B65E-E779A64D5637}" type="pres">
      <dgm:prSet presAssocID="{230FC738-337F-4482-82AD-81BB149EF427}" presName="parTx" presStyleLbl="revTx" presStyleIdx="0" presStyleCnt="5">
        <dgm:presLayoutVars>
          <dgm:chMax val="0"/>
          <dgm:chPref val="0"/>
        </dgm:presLayoutVars>
      </dgm:prSet>
      <dgm:spPr/>
    </dgm:pt>
    <dgm:pt modelId="{9A8D69BF-35D2-462E-97BC-9B2F2D645782}" type="pres">
      <dgm:prSet presAssocID="{629575A0-F5E5-438E-A4B4-11AF4A8A39C3}" presName="sibTrans" presStyleCnt="0"/>
      <dgm:spPr/>
    </dgm:pt>
    <dgm:pt modelId="{21225864-58BA-4F56-BF96-A8308B94A71B}" type="pres">
      <dgm:prSet presAssocID="{5CEF8E0F-72C4-45B6-96DA-CFD5A9DCD138}" presName="compNode" presStyleCnt="0"/>
      <dgm:spPr/>
    </dgm:pt>
    <dgm:pt modelId="{BE6743D2-C456-496D-9EEE-601A8AD76B51}" type="pres">
      <dgm:prSet presAssocID="{5CEF8E0F-72C4-45B6-96DA-CFD5A9DCD138}" presName="bgRect" presStyleLbl="bgShp" presStyleIdx="1" presStyleCnt="5"/>
      <dgm:spPr/>
    </dgm:pt>
    <dgm:pt modelId="{021D4097-092E-454E-80E4-088E4A42DD95}" type="pres">
      <dgm:prSet presAssocID="{5CEF8E0F-72C4-45B6-96DA-CFD5A9DCD13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D778A65-98BE-4FE9-988B-00382E0A50EA}" type="pres">
      <dgm:prSet presAssocID="{5CEF8E0F-72C4-45B6-96DA-CFD5A9DCD138}" presName="spaceRect" presStyleCnt="0"/>
      <dgm:spPr/>
    </dgm:pt>
    <dgm:pt modelId="{9CCD5163-5AA9-4CDE-BCE8-B652AC7754C4}" type="pres">
      <dgm:prSet presAssocID="{5CEF8E0F-72C4-45B6-96DA-CFD5A9DCD138}" presName="parTx" presStyleLbl="revTx" presStyleIdx="1" presStyleCnt="5">
        <dgm:presLayoutVars>
          <dgm:chMax val="0"/>
          <dgm:chPref val="0"/>
        </dgm:presLayoutVars>
      </dgm:prSet>
      <dgm:spPr/>
    </dgm:pt>
    <dgm:pt modelId="{4C6499F8-0234-4F8A-B217-458356A7F5FA}" type="pres">
      <dgm:prSet presAssocID="{4BF1CCA6-D0BE-455D-90E2-09FAD823BBEE}" presName="sibTrans" presStyleCnt="0"/>
      <dgm:spPr/>
    </dgm:pt>
    <dgm:pt modelId="{4D304625-1482-46AE-82A3-9F307FFFDAE1}" type="pres">
      <dgm:prSet presAssocID="{FCE8E5C1-9434-4887-93E1-8B09E2C7798E}" presName="compNode" presStyleCnt="0"/>
      <dgm:spPr/>
    </dgm:pt>
    <dgm:pt modelId="{5FEBE169-496F-4A80-839D-C688B6DF79B8}" type="pres">
      <dgm:prSet presAssocID="{FCE8E5C1-9434-4887-93E1-8B09E2C7798E}" presName="bgRect" presStyleLbl="bgShp" presStyleIdx="2" presStyleCnt="5"/>
      <dgm:spPr/>
    </dgm:pt>
    <dgm:pt modelId="{21881FA7-2FB6-4DBA-A8A6-CC71E3F74F41}" type="pres">
      <dgm:prSet presAssocID="{FCE8E5C1-9434-4887-93E1-8B09E2C7798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AE23EE2-CEC6-4284-B48B-140E5B5CA196}" type="pres">
      <dgm:prSet presAssocID="{FCE8E5C1-9434-4887-93E1-8B09E2C7798E}" presName="spaceRect" presStyleCnt="0"/>
      <dgm:spPr/>
    </dgm:pt>
    <dgm:pt modelId="{EFF584BA-F6A7-46DF-9959-A3847CFFA24B}" type="pres">
      <dgm:prSet presAssocID="{FCE8E5C1-9434-4887-93E1-8B09E2C7798E}" presName="parTx" presStyleLbl="revTx" presStyleIdx="2" presStyleCnt="5">
        <dgm:presLayoutVars>
          <dgm:chMax val="0"/>
          <dgm:chPref val="0"/>
        </dgm:presLayoutVars>
      </dgm:prSet>
      <dgm:spPr/>
    </dgm:pt>
    <dgm:pt modelId="{F80F18C6-04A8-4ED2-B725-8CBC646156E7}" type="pres">
      <dgm:prSet presAssocID="{73FEC6E8-FE38-4932-94C4-76B752FE0DF7}" presName="sibTrans" presStyleCnt="0"/>
      <dgm:spPr/>
    </dgm:pt>
    <dgm:pt modelId="{62358CFB-1246-48DD-B8E5-FE03B7AFEAE1}" type="pres">
      <dgm:prSet presAssocID="{1CE78037-47C6-4C6B-9B64-4511746463E4}" presName="compNode" presStyleCnt="0"/>
      <dgm:spPr/>
    </dgm:pt>
    <dgm:pt modelId="{428E7479-463C-4451-BD8C-9AF6186C42BB}" type="pres">
      <dgm:prSet presAssocID="{1CE78037-47C6-4C6B-9B64-4511746463E4}" presName="bgRect" presStyleLbl="bgShp" presStyleIdx="3" presStyleCnt="5"/>
      <dgm:spPr/>
    </dgm:pt>
    <dgm:pt modelId="{65C20F47-14D1-44C3-9BD7-A1FDF4DAAC98}" type="pres">
      <dgm:prSet presAssocID="{1CE78037-47C6-4C6B-9B64-4511746463E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la"/>
        </a:ext>
      </dgm:extLst>
    </dgm:pt>
    <dgm:pt modelId="{63E2ADA8-81DE-4F85-A46F-BB7CBE372DDA}" type="pres">
      <dgm:prSet presAssocID="{1CE78037-47C6-4C6B-9B64-4511746463E4}" presName="spaceRect" presStyleCnt="0"/>
      <dgm:spPr/>
    </dgm:pt>
    <dgm:pt modelId="{336B8EA2-2B82-4EAC-A70B-35C1A9573DAD}" type="pres">
      <dgm:prSet presAssocID="{1CE78037-47C6-4C6B-9B64-4511746463E4}" presName="parTx" presStyleLbl="revTx" presStyleIdx="3" presStyleCnt="5">
        <dgm:presLayoutVars>
          <dgm:chMax val="0"/>
          <dgm:chPref val="0"/>
        </dgm:presLayoutVars>
      </dgm:prSet>
      <dgm:spPr/>
    </dgm:pt>
    <dgm:pt modelId="{E14B2CEB-0002-42A6-BE66-E0C8E71FEE0E}" type="pres">
      <dgm:prSet presAssocID="{79FDD466-73D5-426F-AE52-0D99DE5EA148}" presName="sibTrans" presStyleCnt="0"/>
      <dgm:spPr/>
    </dgm:pt>
    <dgm:pt modelId="{837F00FE-1F50-481E-BBCA-21C2774658B9}" type="pres">
      <dgm:prSet presAssocID="{C548693E-BABC-4EF0-AEFD-D354D5C2627D}" presName="compNode" presStyleCnt="0"/>
      <dgm:spPr/>
    </dgm:pt>
    <dgm:pt modelId="{C18F0721-FD3C-40C9-831F-8BEEB94252AC}" type="pres">
      <dgm:prSet presAssocID="{C548693E-BABC-4EF0-AEFD-D354D5C2627D}" presName="bgRect" presStyleLbl="bgShp" presStyleIdx="4" presStyleCnt="5"/>
      <dgm:spPr/>
    </dgm:pt>
    <dgm:pt modelId="{21F938A5-DC23-4170-BDDB-78715A613830}" type="pres">
      <dgm:prSet presAssocID="{C548693E-BABC-4EF0-AEFD-D354D5C2627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A46BF17E-35C4-481E-8923-B861F74B9B52}" type="pres">
      <dgm:prSet presAssocID="{C548693E-BABC-4EF0-AEFD-D354D5C2627D}" presName="spaceRect" presStyleCnt="0"/>
      <dgm:spPr/>
    </dgm:pt>
    <dgm:pt modelId="{E8DD999A-5884-4FD2-9492-2AFF1527AD7E}" type="pres">
      <dgm:prSet presAssocID="{C548693E-BABC-4EF0-AEFD-D354D5C2627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EC6C214-4779-45D6-8DED-443951F72137}" type="presOf" srcId="{C548693E-BABC-4EF0-AEFD-D354D5C2627D}" destId="{E8DD999A-5884-4FD2-9492-2AFF1527AD7E}" srcOrd="0" destOrd="0" presId="urn:microsoft.com/office/officeart/2018/2/layout/IconVerticalSolidList"/>
    <dgm:cxn modelId="{7CDFE92D-DF63-4A10-9ACB-2C6B34314193}" type="presOf" srcId="{FCE8E5C1-9434-4887-93E1-8B09E2C7798E}" destId="{EFF584BA-F6A7-46DF-9959-A3847CFFA24B}" srcOrd="0" destOrd="0" presId="urn:microsoft.com/office/officeart/2018/2/layout/IconVerticalSolidList"/>
    <dgm:cxn modelId="{CA7C713D-6C36-4B38-8612-087E3911DB0F}" type="presOf" srcId="{5CEF8E0F-72C4-45B6-96DA-CFD5A9DCD138}" destId="{9CCD5163-5AA9-4CDE-BCE8-B652AC7754C4}" srcOrd="0" destOrd="0" presId="urn:microsoft.com/office/officeart/2018/2/layout/IconVerticalSolidList"/>
    <dgm:cxn modelId="{FEBA4D45-9BF6-4DDE-8CD1-8B8F7FA60E7B}" srcId="{F61F3B3B-E849-44B4-B52D-406A8CEFB904}" destId="{FCE8E5C1-9434-4887-93E1-8B09E2C7798E}" srcOrd="2" destOrd="0" parTransId="{100F35B6-5242-4450-9258-85C1B21D870C}" sibTransId="{73FEC6E8-FE38-4932-94C4-76B752FE0DF7}"/>
    <dgm:cxn modelId="{6B76316E-B7AB-4F27-810D-6A13F8CAAE6E}" srcId="{F61F3B3B-E849-44B4-B52D-406A8CEFB904}" destId="{1CE78037-47C6-4C6B-9B64-4511746463E4}" srcOrd="3" destOrd="0" parTransId="{59DD2835-E4C1-436F-AB6C-7C7D61C99562}" sibTransId="{79FDD466-73D5-426F-AE52-0D99DE5EA148}"/>
    <dgm:cxn modelId="{EA52A570-977A-4374-99FE-DB947C2CEFD1}" type="presOf" srcId="{1CE78037-47C6-4C6B-9B64-4511746463E4}" destId="{336B8EA2-2B82-4EAC-A70B-35C1A9573DAD}" srcOrd="0" destOrd="0" presId="urn:microsoft.com/office/officeart/2018/2/layout/IconVerticalSolidList"/>
    <dgm:cxn modelId="{8A835351-8D18-45E6-BF63-B97CB91EF57E}" srcId="{F61F3B3B-E849-44B4-B52D-406A8CEFB904}" destId="{C548693E-BABC-4EF0-AEFD-D354D5C2627D}" srcOrd="4" destOrd="0" parTransId="{E8C0C5CF-2D05-4651-8E55-F0BEDE9FBF23}" sibTransId="{98C3BE64-2363-43AD-A160-96F87286C536}"/>
    <dgm:cxn modelId="{D37A987A-F1FD-4953-98A4-636A79C2A9D1}" type="presOf" srcId="{F61F3B3B-E849-44B4-B52D-406A8CEFB904}" destId="{8CD85E7A-7B1D-4F3A-BA13-EA800CBCA9E3}" srcOrd="0" destOrd="0" presId="urn:microsoft.com/office/officeart/2018/2/layout/IconVerticalSolidList"/>
    <dgm:cxn modelId="{24541D7D-BE98-4497-98F8-B6D9EB4910A5}" srcId="{F61F3B3B-E849-44B4-B52D-406A8CEFB904}" destId="{5CEF8E0F-72C4-45B6-96DA-CFD5A9DCD138}" srcOrd="1" destOrd="0" parTransId="{DACEB817-8467-4B99-9EEA-B67E4FDDA596}" sibTransId="{4BF1CCA6-D0BE-455D-90E2-09FAD823BBEE}"/>
    <dgm:cxn modelId="{75FC6982-0B48-4481-9B5F-6A0EF00187F8}" srcId="{F61F3B3B-E849-44B4-B52D-406A8CEFB904}" destId="{230FC738-337F-4482-82AD-81BB149EF427}" srcOrd="0" destOrd="0" parTransId="{44A4672D-D2F0-40FC-A2A3-5210039C8511}" sibTransId="{629575A0-F5E5-438E-A4B4-11AF4A8A39C3}"/>
    <dgm:cxn modelId="{33CD4DDF-11ED-450C-BC82-8AA177AE352D}" type="presOf" srcId="{230FC738-337F-4482-82AD-81BB149EF427}" destId="{C37A0022-C812-4A8B-B65E-E779A64D5637}" srcOrd="0" destOrd="0" presId="urn:microsoft.com/office/officeart/2018/2/layout/IconVerticalSolidList"/>
    <dgm:cxn modelId="{1B3F3134-1389-4F03-9956-E1E7D7A5E165}" type="presParOf" srcId="{8CD85E7A-7B1D-4F3A-BA13-EA800CBCA9E3}" destId="{D734DDDD-1DCF-4C43-9E5B-33B64AF1457C}" srcOrd="0" destOrd="0" presId="urn:microsoft.com/office/officeart/2018/2/layout/IconVerticalSolidList"/>
    <dgm:cxn modelId="{3A15DDF7-E327-4A57-B68A-C8AEF0E74339}" type="presParOf" srcId="{D734DDDD-1DCF-4C43-9E5B-33B64AF1457C}" destId="{5F3A8B03-B963-4977-8243-17DD0FF0224F}" srcOrd="0" destOrd="0" presId="urn:microsoft.com/office/officeart/2018/2/layout/IconVerticalSolidList"/>
    <dgm:cxn modelId="{67243BF3-E412-4305-B810-85F2DFAF1F3A}" type="presParOf" srcId="{D734DDDD-1DCF-4C43-9E5B-33B64AF1457C}" destId="{674CFED4-DAD8-4855-9564-9901F9D0E0D2}" srcOrd="1" destOrd="0" presId="urn:microsoft.com/office/officeart/2018/2/layout/IconVerticalSolidList"/>
    <dgm:cxn modelId="{75F6384A-6FC4-4E74-B29F-DFFB1025E8ED}" type="presParOf" srcId="{D734DDDD-1DCF-4C43-9E5B-33B64AF1457C}" destId="{73B66729-997B-4628-B99D-30316D53D513}" srcOrd="2" destOrd="0" presId="urn:microsoft.com/office/officeart/2018/2/layout/IconVerticalSolidList"/>
    <dgm:cxn modelId="{A07F827C-1F1D-4280-B566-1CC5B6792FAC}" type="presParOf" srcId="{D734DDDD-1DCF-4C43-9E5B-33B64AF1457C}" destId="{C37A0022-C812-4A8B-B65E-E779A64D5637}" srcOrd="3" destOrd="0" presId="urn:microsoft.com/office/officeart/2018/2/layout/IconVerticalSolidList"/>
    <dgm:cxn modelId="{20FAFF9B-734B-4818-B7AA-09CA0843E7B0}" type="presParOf" srcId="{8CD85E7A-7B1D-4F3A-BA13-EA800CBCA9E3}" destId="{9A8D69BF-35D2-462E-97BC-9B2F2D645782}" srcOrd="1" destOrd="0" presId="urn:microsoft.com/office/officeart/2018/2/layout/IconVerticalSolidList"/>
    <dgm:cxn modelId="{9401D098-BCB1-4EE1-B2DE-98BD64DC68CB}" type="presParOf" srcId="{8CD85E7A-7B1D-4F3A-BA13-EA800CBCA9E3}" destId="{21225864-58BA-4F56-BF96-A8308B94A71B}" srcOrd="2" destOrd="0" presId="urn:microsoft.com/office/officeart/2018/2/layout/IconVerticalSolidList"/>
    <dgm:cxn modelId="{807A317D-BF0A-438E-9262-99F88AB3B65E}" type="presParOf" srcId="{21225864-58BA-4F56-BF96-A8308B94A71B}" destId="{BE6743D2-C456-496D-9EEE-601A8AD76B51}" srcOrd="0" destOrd="0" presId="urn:microsoft.com/office/officeart/2018/2/layout/IconVerticalSolidList"/>
    <dgm:cxn modelId="{1904CE4E-A419-4768-B4D0-A00453373EC2}" type="presParOf" srcId="{21225864-58BA-4F56-BF96-A8308B94A71B}" destId="{021D4097-092E-454E-80E4-088E4A42DD95}" srcOrd="1" destOrd="0" presId="urn:microsoft.com/office/officeart/2018/2/layout/IconVerticalSolidList"/>
    <dgm:cxn modelId="{F691A6C0-BDA5-49C4-8649-0823AFEE4E61}" type="presParOf" srcId="{21225864-58BA-4F56-BF96-A8308B94A71B}" destId="{2D778A65-98BE-4FE9-988B-00382E0A50EA}" srcOrd="2" destOrd="0" presId="urn:microsoft.com/office/officeart/2018/2/layout/IconVerticalSolidList"/>
    <dgm:cxn modelId="{24D61CC9-7653-4AC9-916C-AED5D6FBA5D2}" type="presParOf" srcId="{21225864-58BA-4F56-BF96-A8308B94A71B}" destId="{9CCD5163-5AA9-4CDE-BCE8-B652AC7754C4}" srcOrd="3" destOrd="0" presId="urn:microsoft.com/office/officeart/2018/2/layout/IconVerticalSolidList"/>
    <dgm:cxn modelId="{E54D4F90-B867-4805-8021-51A79931069A}" type="presParOf" srcId="{8CD85E7A-7B1D-4F3A-BA13-EA800CBCA9E3}" destId="{4C6499F8-0234-4F8A-B217-458356A7F5FA}" srcOrd="3" destOrd="0" presId="urn:microsoft.com/office/officeart/2018/2/layout/IconVerticalSolidList"/>
    <dgm:cxn modelId="{AF1563FF-5F3F-4B76-B88E-02EA62276EB4}" type="presParOf" srcId="{8CD85E7A-7B1D-4F3A-BA13-EA800CBCA9E3}" destId="{4D304625-1482-46AE-82A3-9F307FFFDAE1}" srcOrd="4" destOrd="0" presId="urn:microsoft.com/office/officeart/2018/2/layout/IconVerticalSolidList"/>
    <dgm:cxn modelId="{19C663D9-4A48-4A9B-8CA4-BD9CBE772D05}" type="presParOf" srcId="{4D304625-1482-46AE-82A3-9F307FFFDAE1}" destId="{5FEBE169-496F-4A80-839D-C688B6DF79B8}" srcOrd="0" destOrd="0" presId="urn:microsoft.com/office/officeart/2018/2/layout/IconVerticalSolidList"/>
    <dgm:cxn modelId="{26080B4A-97D4-4F1B-8947-0CF3F2F36674}" type="presParOf" srcId="{4D304625-1482-46AE-82A3-9F307FFFDAE1}" destId="{21881FA7-2FB6-4DBA-A8A6-CC71E3F74F41}" srcOrd="1" destOrd="0" presId="urn:microsoft.com/office/officeart/2018/2/layout/IconVerticalSolidList"/>
    <dgm:cxn modelId="{D7534834-8614-4230-B4AD-77032F04312F}" type="presParOf" srcId="{4D304625-1482-46AE-82A3-9F307FFFDAE1}" destId="{BAE23EE2-CEC6-4284-B48B-140E5B5CA196}" srcOrd="2" destOrd="0" presId="urn:microsoft.com/office/officeart/2018/2/layout/IconVerticalSolidList"/>
    <dgm:cxn modelId="{FC14A6F2-79D2-4423-8C5F-B7A4F172FA9D}" type="presParOf" srcId="{4D304625-1482-46AE-82A3-9F307FFFDAE1}" destId="{EFF584BA-F6A7-46DF-9959-A3847CFFA24B}" srcOrd="3" destOrd="0" presId="urn:microsoft.com/office/officeart/2018/2/layout/IconVerticalSolidList"/>
    <dgm:cxn modelId="{2E7A271F-F5CA-431E-B711-1AF71DE32838}" type="presParOf" srcId="{8CD85E7A-7B1D-4F3A-BA13-EA800CBCA9E3}" destId="{F80F18C6-04A8-4ED2-B725-8CBC646156E7}" srcOrd="5" destOrd="0" presId="urn:microsoft.com/office/officeart/2018/2/layout/IconVerticalSolidList"/>
    <dgm:cxn modelId="{37574098-1059-4F15-8D5F-3E40F94DB80F}" type="presParOf" srcId="{8CD85E7A-7B1D-4F3A-BA13-EA800CBCA9E3}" destId="{62358CFB-1246-48DD-B8E5-FE03B7AFEAE1}" srcOrd="6" destOrd="0" presId="urn:microsoft.com/office/officeart/2018/2/layout/IconVerticalSolidList"/>
    <dgm:cxn modelId="{0F4BE8D8-5B1C-46CF-BD2A-2D684356C27F}" type="presParOf" srcId="{62358CFB-1246-48DD-B8E5-FE03B7AFEAE1}" destId="{428E7479-463C-4451-BD8C-9AF6186C42BB}" srcOrd="0" destOrd="0" presId="urn:microsoft.com/office/officeart/2018/2/layout/IconVerticalSolidList"/>
    <dgm:cxn modelId="{4D23C816-F49C-4DC9-8186-AA81B98C6C9B}" type="presParOf" srcId="{62358CFB-1246-48DD-B8E5-FE03B7AFEAE1}" destId="{65C20F47-14D1-44C3-9BD7-A1FDF4DAAC98}" srcOrd="1" destOrd="0" presId="urn:microsoft.com/office/officeart/2018/2/layout/IconVerticalSolidList"/>
    <dgm:cxn modelId="{197D74E6-D9E1-459C-967B-6042A8FB2E2B}" type="presParOf" srcId="{62358CFB-1246-48DD-B8E5-FE03B7AFEAE1}" destId="{63E2ADA8-81DE-4F85-A46F-BB7CBE372DDA}" srcOrd="2" destOrd="0" presId="urn:microsoft.com/office/officeart/2018/2/layout/IconVerticalSolidList"/>
    <dgm:cxn modelId="{2B239DB8-9DF5-4063-B72B-B6ACE0E5F3EB}" type="presParOf" srcId="{62358CFB-1246-48DD-B8E5-FE03B7AFEAE1}" destId="{336B8EA2-2B82-4EAC-A70B-35C1A9573DAD}" srcOrd="3" destOrd="0" presId="urn:microsoft.com/office/officeart/2018/2/layout/IconVerticalSolidList"/>
    <dgm:cxn modelId="{7D203469-C990-4409-9356-FE8CC0AA4FF1}" type="presParOf" srcId="{8CD85E7A-7B1D-4F3A-BA13-EA800CBCA9E3}" destId="{E14B2CEB-0002-42A6-BE66-E0C8E71FEE0E}" srcOrd="7" destOrd="0" presId="urn:microsoft.com/office/officeart/2018/2/layout/IconVerticalSolidList"/>
    <dgm:cxn modelId="{F818DF2D-51F4-4533-983A-80A9C80A5429}" type="presParOf" srcId="{8CD85E7A-7B1D-4F3A-BA13-EA800CBCA9E3}" destId="{837F00FE-1F50-481E-BBCA-21C2774658B9}" srcOrd="8" destOrd="0" presId="urn:microsoft.com/office/officeart/2018/2/layout/IconVerticalSolidList"/>
    <dgm:cxn modelId="{6353E2F9-8575-4246-B0D6-82FEA80D8B8A}" type="presParOf" srcId="{837F00FE-1F50-481E-BBCA-21C2774658B9}" destId="{C18F0721-FD3C-40C9-831F-8BEEB94252AC}" srcOrd="0" destOrd="0" presId="urn:microsoft.com/office/officeart/2018/2/layout/IconVerticalSolidList"/>
    <dgm:cxn modelId="{D0A63B88-5F81-4C02-96D6-7E9E3D2AA595}" type="presParOf" srcId="{837F00FE-1F50-481E-BBCA-21C2774658B9}" destId="{21F938A5-DC23-4170-BDDB-78715A613830}" srcOrd="1" destOrd="0" presId="urn:microsoft.com/office/officeart/2018/2/layout/IconVerticalSolidList"/>
    <dgm:cxn modelId="{61B0BBD2-77B0-4832-99ED-0591B81DD6B3}" type="presParOf" srcId="{837F00FE-1F50-481E-BBCA-21C2774658B9}" destId="{A46BF17E-35C4-481E-8923-B861F74B9B52}" srcOrd="2" destOrd="0" presId="urn:microsoft.com/office/officeart/2018/2/layout/IconVerticalSolidList"/>
    <dgm:cxn modelId="{E8472E2A-427E-490C-878A-E8627157FB16}" type="presParOf" srcId="{837F00FE-1F50-481E-BBCA-21C2774658B9}" destId="{E8DD999A-5884-4FD2-9492-2AFF1527AD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AB0F500-D7DF-4357-BA73-38B848F03E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11AEFF-7622-440B-9D8D-0C1A19B52E81}">
      <dgm:prSet/>
      <dgm:spPr/>
      <dgm:t>
        <a:bodyPr/>
        <a:lstStyle/>
        <a:p>
          <a:r>
            <a:rPr lang="pt-BR"/>
            <a:t>Engenharia de Prompts não é programação — é comunicação intencional</a:t>
          </a:r>
          <a:endParaRPr lang="en-US"/>
        </a:p>
      </dgm:t>
    </dgm:pt>
    <dgm:pt modelId="{FA8884CD-2208-41B7-8A76-CBE5987DF64F}" type="parTrans" cxnId="{19F1D919-6AD5-44FC-92BC-81B7D2B8ECAF}">
      <dgm:prSet/>
      <dgm:spPr/>
      <dgm:t>
        <a:bodyPr/>
        <a:lstStyle/>
        <a:p>
          <a:endParaRPr lang="en-US"/>
        </a:p>
      </dgm:t>
    </dgm:pt>
    <dgm:pt modelId="{1A1EE83F-8899-4055-A4AB-BEB755B6A025}" type="sibTrans" cxnId="{19F1D919-6AD5-44FC-92BC-81B7D2B8ECAF}">
      <dgm:prSet/>
      <dgm:spPr/>
      <dgm:t>
        <a:bodyPr/>
        <a:lstStyle/>
        <a:p>
          <a:endParaRPr lang="en-US"/>
        </a:p>
      </dgm:t>
    </dgm:pt>
    <dgm:pt modelId="{1270D3F1-5A3C-4D0F-BF40-CC9E3A8A263D}">
      <dgm:prSet/>
      <dgm:spPr/>
      <dgm:t>
        <a:bodyPr/>
        <a:lstStyle/>
        <a:p>
          <a:r>
            <a:rPr lang="pt-BR"/>
            <a:t>As 7 técnicas são ferramentas: escolha a certa para cada situação</a:t>
          </a:r>
          <a:endParaRPr lang="en-US"/>
        </a:p>
      </dgm:t>
    </dgm:pt>
    <dgm:pt modelId="{E203F39E-DA9D-4BAE-BC09-CFCC5E08C508}" type="parTrans" cxnId="{12338077-1582-4F25-878E-BE21ED5F2AFD}">
      <dgm:prSet/>
      <dgm:spPr/>
      <dgm:t>
        <a:bodyPr/>
        <a:lstStyle/>
        <a:p>
          <a:endParaRPr lang="en-US"/>
        </a:p>
      </dgm:t>
    </dgm:pt>
    <dgm:pt modelId="{8845185D-BD2E-4ABF-8E23-2011DF623FF7}" type="sibTrans" cxnId="{12338077-1582-4F25-878E-BE21ED5F2AFD}">
      <dgm:prSet/>
      <dgm:spPr/>
      <dgm:t>
        <a:bodyPr/>
        <a:lstStyle/>
        <a:p>
          <a:endParaRPr lang="en-US"/>
        </a:p>
      </dgm:t>
    </dgm:pt>
    <dgm:pt modelId="{C3BCF126-E617-4991-A28C-DEC9D75D97F7}">
      <dgm:prSet/>
      <dgm:spPr/>
      <dgm:t>
        <a:bodyPr/>
        <a:lstStyle/>
        <a:p>
          <a:r>
            <a:rPr lang="pt-BR"/>
            <a:t>O melhor prompt é aquele que você itera até funcionar</a:t>
          </a:r>
          <a:endParaRPr lang="en-US"/>
        </a:p>
      </dgm:t>
    </dgm:pt>
    <dgm:pt modelId="{A64661E4-75C6-4837-9140-CCA5B81BDE75}" type="parTrans" cxnId="{54CA789E-EB72-48A4-9CCF-4E781F4A1A51}">
      <dgm:prSet/>
      <dgm:spPr/>
      <dgm:t>
        <a:bodyPr/>
        <a:lstStyle/>
        <a:p>
          <a:endParaRPr lang="en-US"/>
        </a:p>
      </dgm:t>
    </dgm:pt>
    <dgm:pt modelId="{AC09B51F-C4FF-4321-89FE-AAFAD07D1790}" type="sibTrans" cxnId="{54CA789E-EB72-48A4-9CCF-4E781F4A1A51}">
      <dgm:prSet/>
      <dgm:spPr/>
      <dgm:t>
        <a:bodyPr/>
        <a:lstStyle/>
        <a:p>
          <a:endParaRPr lang="en-US"/>
        </a:p>
      </dgm:t>
    </dgm:pt>
    <dgm:pt modelId="{679AF257-E006-40DD-AB4D-2AEACF5C7ED8}">
      <dgm:prSet/>
      <dgm:spPr/>
      <dgm:t>
        <a:bodyPr/>
        <a:lstStyle/>
        <a:p>
          <a:r>
            <a:rPr lang="pt-BR"/>
            <a:t>Material de consulta: apostila disponível em arquivo `.md` e `.pdf`</a:t>
          </a:r>
          <a:endParaRPr lang="en-US"/>
        </a:p>
      </dgm:t>
    </dgm:pt>
    <dgm:pt modelId="{B47D49C3-2AB1-45E1-AB63-12C384E2DD12}" type="parTrans" cxnId="{E4DDE529-CA77-4AEC-B57D-D70C30485565}">
      <dgm:prSet/>
      <dgm:spPr/>
      <dgm:t>
        <a:bodyPr/>
        <a:lstStyle/>
        <a:p>
          <a:endParaRPr lang="en-US"/>
        </a:p>
      </dgm:t>
    </dgm:pt>
    <dgm:pt modelId="{018DF8C2-86AC-4978-AFBF-128AA41F776A}" type="sibTrans" cxnId="{E4DDE529-CA77-4AEC-B57D-D70C30485565}">
      <dgm:prSet/>
      <dgm:spPr/>
      <dgm:t>
        <a:bodyPr/>
        <a:lstStyle/>
        <a:p>
          <a:endParaRPr lang="en-US"/>
        </a:p>
      </dgm:t>
    </dgm:pt>
    <dgm:pt modelId="{CF55EFF3-D6E2-4055-A649-4AA44BD608EA}">
      <dgm:prSet/>
      <dgm:spPr/>
      <dgm:t>
        <a:bodyPr/>
        <a:lstStyle/>
        <a:p>
          <a:r>
            <a:rPr lang="pt-BR"/>
            <a:t>Dúvidas?</a:t>
          </a:r>
          <a:endParaRPr lang="en-US"/>
        </a:p>
      </dgm:t>
    </dgm:pt>
    <dgm:pt modelId="{2ABF7FE8-B145-45E5-9A88-02C70643B8E3}" type="parTrans" cxnId="{81207C1D-1256-4C8C-828A-54B1D168FFFC}">
      <dgm:prSet/>
      <dgm:spPr/>
      <dgm:t>
        <a:bodyPr/>
        <a:lstStyle/>
        <a:p>
          <a:endParaRPr lang="en-US"/>
        </a:p>
      </dgm:t>
    </dgm:pt>
    <dgm:pt modelId="{66DFE31C-201A-4E13-A28A-BDF345628D8A}" type="sibTrans" cxnId="{81207C1D-1256-4C8C-828A-54B1D168FFFC}">
      <dgm:prSet/>
      <dgm:spPr/>
      <dgm:t>
        <a:bodyPr/>
        <a:lstStyle/>
        <a:p>
          <a:endParaRPr lang="en-US"/>
        </a:p>
      </dgm:t>
    </dgm:pt>
    <dgm:pt modelId="{42CF6129-D451-428E-9638-383EBA2CDE03}" type="pres">
      <dgm:prSet presAssocID="{7AB0F500-D7DF-4357-BA73-38B848F03ECF}" presName="root" presStyleCnt="0">
        <dgm:presLayoutVars>
          <dgm:dir/>
          <dgm:resizeHandles val="exact"/>
        </dgm:presLayoutVars>
      </dgm:prSet>
      <dgm:spPr/>
    </dgm:pt>
    <dgm:pt modelId="{59C67AA3-9AC7-4287-9E5C-5D21DBF14B80}" type="pres">
      <dgm:prSet presAssocID="{9611AEFF-7622-440B-9D8D-0C1A19B52E81}" presName="compNode" presStyleCnt="0"/>
      <dgm:spPr/>
    </dgm:pt>
    <dgm:pt modelId="{6D3E9E40-0E98-4757-8D91-1F90D9C1383E}" type="pres">
      <dgm:prSet presAssocID="{9611AEFF-7622-440B-9D8D-0C1A19B52E81}" presName="bgRect" presStyleLbl="bgShp" presStyleIdx="0" presStyleCnt="5"/>
      <dgm:spPr/>
    </dgm:pt>
    <dgm:pt modelId="{7DDC5D42-5891-4FED-A5CA-B580C9A2BB6F}" type="pres">
      <dgm:prSet presAssocID="{9611AEFF-7622-440B-9D8D-0C1A19B52E8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BA0855B-3BE6-439F-962A-37B910234EFB}" type="pres">
      <dgm:prSet presAssocID="{9611AEFF-7622-440B-9D8D-0C1A19B52E81}" presName="spaceRect" presStyleCnt="0"/>
      <dgm:spPr/>
    </dgm:pt>
    <dgm:pt modelId="{FF4DE20E-A854-472A-BCFD-B64798E218D5}" type="pres">
      <dgm:prSet presAssocID="{9611AEFF-7622-440B-9D8D-0C1A19B52E81}" presName="parTx" presStyleLbl="revTx" presStyleIdx="0" presStyleCnt="5">
        <dgm:presLayoutVars>
          <dgm:chMax val="0"/>
          <dgm:chPref val="0"/>
        </dgm:presLayoutVars>
      </dgm:prSet>
      <dgm:spPr/>
    </dgm:pt>
    <dgm:pt modelId="{3855F1AE-35C6-4A28-BEC5-D69A6D7C3FC3}" type="pres">
      <dgm:prSet presAssocID="{1A1EE83F-8899-4055-A4AB-BEB755B6A025}" presName="sibTrans" presStyleCnt="0"/>
      <dgm:spPr/>
    </dgm:pt>
    <dgm:pt modelId="{994A7DFD-F8D3-4996-ADB5-708DE3996D93}" type="pres">
      <dgm:prSet presAssocID="{1270D3F1-5A3C-4D0F-BF40-CC9E3A8A263D}" presName="compNode" presStyleCnt="0"/>
      <dgm:spPr/>
    </dgm:pt>
    <dgm:pt modelId="{FD0FB572-1CB3-46FC-B0EB-C929F2DC26C9}" type="pres">
      <dgm:prSet presAssocID="{1270D3F1-5A3C-4D0F-BF40-CC9E3A8A263D}" presName="bgRect" presStyleLbl="bgShp" presStyleIdx="1" presStyleCnt="5"/>
      <dgm:spPr/>
    </dgm:pt>
    <dgm:pt modelId="{39A7E3F1-CDDC-42ED-9F65-E232AF221CAA}" type="pres">
      <dgm:prSet presAssocID="{1270D3F1-5A3C-4D0F-BF40-CC9E3A8A263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276DF5F9-250C-429F-9FF2-0DBF840FF173}" type="pres">
      <dgm:prSet presAssocID="{1270D3F1-5A3C-4D0F-BF40-CC9E3A8A263D}" presName="spaceRect" presStyleCnt="0"/>
      <dgm:spPr/>
    </dgm:pt>
    <dgm:pt modelId="{0A5FBFFA-9CB9-448E-8D63-B78F360212E4}" type="pres">
      <dgm:prSet presAssocID="{1270D3F1-5A3C-4D0F-BF40-CC9E3A8A263D}" presName="parTx" presStyleLbl="revTx" presStyleIdx="1" presStyleCnt="5">
        <dgm:presLayoutVars>
          <dgm:chMax val="0"/>
          <dgm:chPref val="0"/>
        </dgm:presLayoutVars>
      </dgm:prSet>
      <dgm:spPr/>
    </dgm:pt>
    <dgm:pt modelId="{60306E33-4BA1-4B16-A031-97BA95468178}" type="pres">
      <dgm:prSet presAssocID="{8845185D-BD2E-4ABF-8E23-2011DF623FF7}" presName="sibTrans" presStyleCnt="0"/>
      <dgm:spPr/>
    </dgm:pt>
    <dgm:pt modelId="{B233419E-21A1-4F89-9CE9-9C591D9C9B0C}" type="pres">
      <dgm:prSet presAssocID="{C3BCF126-E617-4991-A28C-DEC9D75D97F7}" presName="compNode" presStyleCnt="0"/>
      <dgm:spPr/>
    </dgm:pt>
    <dgm:pt modelId="{CAD4D440-792C-4A17-9419-B92AE196CEB2}" type="pres">
      <dgm:prSet presAssocID="{C3BCF126-E617-4991-A28C-DEC9D75D97F7}" presName="bgRect" presStyleLbl="bgShp" presStyleIdx="2" presStyleCnt="5"/>
      <dgm:spPr/>
    </dgm:pt>
    <dgm:pt modelId="{185256AD-2384-4869-860B-5FFA62B833BF}" type="pres">
      <dgm:prSet presAssocID="{C3BCF126-E617-4991-A28C-DEC9D75D97F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BCFC69F0-167B-4127-9815-3BEBDECFA359}" type="pres">
      <dgm:prSet presAssocID="{C3BCF126-E617-4991-A28C-DEC9D75D97F7}" presName="spaceRect" presStyleCnt="0"/>
      <dgm:spPr/>
    </dgm:pt>
    <dgm:pt modelId="{B014C968-817C-44CA-9B69-5791E59C3FD5}" type="pres">
      <dgm:prSet presAssocID="{C3BCF126-E617-4991-A28C-DEC9D75D97F7}" presName="parTx" presStyleLbl="revTx" presStyleIdx="2" presStyleCnt="5">
        <dgm:presLayoutVars>
          <dgm:chMax val="0"/>
          <dgm:chPref val="0"/>
        </dgm:presLayoutVars>
      </dgm:prSet>
      <dgm:spPr/>
    </dgm:pt>
    <dgm:pt modelId="{7EBB1E1E-247F-4720-91BE-A20644D26EA9}" type="pres">
      <dgm:prSet presAssocID="{AC09B51F-C4FF-4321-89FE-AAFAD07D1790}" presName="sibTrans" presStyleCnt="0"/>
      <dgm:spPr/>
    </dgm:pt>
    <dgm:pt modelId="{72D55CAC-BA4C-4D55-9575-94786B58231A}" type="pres">
      <dgm:prSet presAssocID="{679AF257-E006-40DD-AB4D-2AEACF5C7ED8}" presName="compNode" presStyleCnt="0"/>
      <dgm:spPr/>
    </dgm:pt>
    <dgm:pt modelId="{2DF39B8C-7DBD-4D4C-84DD-C0C9E2FC9E7E}" type="pres">
      <dgm:prSet presAssocID="{679AF257-E006-40DD-AB4D-2AEACF5C7ED8}" presName="bgRect" presStyleLbl="bgShp" presStyleIdx="3" presStyleCnt="5"/>
      <dgm:spPr/>
    </dgm:pt>
    <dgm:pt modelId="{D384007B-6A23-4735-81F7-4FDDC0EB0C9D}" type="pres">
      <dgm:prSet presAssocID="{679AF257-E006-40DD-AB4D-2AEACF5C7ED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CCF8789-FB8D-418D-9EFD-66B5B2E08044}" type="pres">
      <dgm:prSet presAssocID="{679AF257-E006-40DD-AB4D-2AEACF5C7ED8}" presName="spaceRect" presStyleCnt="0"/>
      <dgm:spPr/>
    </dgm:pt>
    <dgm:pt modelId="{3E9636DD-D006-43C7-ADB5-FA3E65443BD8}" type="pres">
      <dgm:prSet presAssocID="{679AF257-E006-40DD-AB4D-2AEACF5C7ED8}" presName="parTx" presStyleLbl="revTx" presStyleIdx="3" presStyleCnt="5">
        <dgm:presLayoutVars>
          <dgm:chMax val="0"/>
          <dgm:chPref val="0"/>
        </dgm:presLayoutVars>
      </dgm:prSet>
      <dgm:spPr/>
    </dgm:pt>
    <dgm:pt modelId="{C8A9B3D3-3225-480B-B2E1-CF40FE13B1D2}" type="pres">
      <dgm:prSet presAssocID="{018DF8C2-86AC-4978-AFBF-128AA41F776A}" presName="sibTrans" presStyleCnt="0"/>
      <dgm:spPr/>
    </dgm:pt>
    <dgm:pt modelId="{190062AC-86B0-4B03-B9E3-2921083C092C}" type="pres">
      <dgm:prSet presAssocID="{CF55EFF3-D6E2-4055-A649-4AA44BD608EA}" presName="compNode" presStyleCnt="0"/>
      <dgm:spPr/>
    </dgm:pt>
    <dgm:pt modelId="{FBA3F2C2-1899-4755-81C6-1D8F463AB661}" type="pres">
      <dgm:prSet presAssocID="{CF55EFF3-D6E2-4055-A649-4AA44BD608EA}" presName="bgRect" presStyleLbl="bgShp" presStyleIdx="4" presStyleCnt="5"/>
      <dgm:spPr/>
    </dgm:pt>
    <dgm:pt modelId="{3E1696E3-434C-4629-81D8-86887F8B045F}" type="pres">
      <dgm:prSet presAssocID="{CF55EFF3-D6E2-4055-A649-4AA44BD608E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0126BEB9-0E6A-4D64-880E-0DD8FAEDCD68}" type="pres">
      <dgm:prSet presAssocID="{CF55EFF3-D6E2-4055-A649-4AA44BD608EA}" presName="spaceRect" presStyleCnt="0"/>
      <dgm:spPr/>
    </dgm:pt>
    <dgm:pt modelId="{230BA2B0-C172-425E-BB87-755E68C971AD}" type="pres">
      <dgm:prSet presAssocID="{CF55EFF3-D6E2-4055-A649-4AA44BD608E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9F1D919-6AD5-44FC-92BC-81B7D2B8ECAF}" srcId="{7AB0F500-D7DF-4357-BA73-38B848F03ECF}" destId="{9611AEFF-7622-440B-9D8D-0C1A19B52E81}" srcOrd="0" destOrd="0" parTransId="{FA8884CD-2208-41B7-8A76-CBE5987DF64F}" sibTransId="{1A1EE83F-8899-4055-A4AB-BEB755B6A025}"/>
    <dgm:cxn modelId="{81207C1D-1256-4C8C-828A-54B1D168FFFC}" srcId="{7AB0F500-D7DF-4357-BA73-38B848F03ECF}" destId="{CF55EFF3-D6E2-4055-A649-4AA44BD608EA}" srcOrd="4" destOrd="0" parTransId="{2ABF7FE8-B145-45E5-9A88-02C70643B8E3}" sibTransId="{66DFE31C-201A-4E13-A28A-BDF345628D8A}"/>
    <dgm:cxn modelId="{E4DDE529-CA77-4AEC-B57D-D70C30485565}" srcId="{7AB0F500-D7DF-4357-BA73-38B848F03ECF}" destId="{679AF257-E006-40DD-AB4D-2AEACF5C7ED8}" srcOrd="3" destOrd="0" parTransId="{B47D49C3-2AB1-45E1-AB63-12C384E2DD12}" sibTransId="{018DF8C2-86AC-4978-AFBF-128AA41F776A}"/>
    <dgm:cxn modelId="{47227A77-B9C9-47E9-B20C-9905F78E6DF7}" type="presOf" srcId="{7AB0F500-D7DF-4357-BA73-38B848F03ECF}" destId="{42CF6129-D451-428E-9638-383EBA2CDE03}" srcOrd="0" destOrd="0" presId="urn:microsoft.com/office/officeart/2018/2/layout/IconVerticalSolidList"/>
    <dgm:cxn modelId="{12338077-1582-4F25-878E-BE21ED5F2AFD}" srcId="{7AB0F500-D7DF-4357-BA73-38B848F03ECF}" destId="{1270D3F1-5A3C-4D0F-BF40-CC9E3A8A263D}" srcOrd="1" destOrd="0" parTransId="{E203F39E-DA9D-4BAE-BC09-CFCC5E08C508}" sibTransId="{8845185D-BD2E-4ABF-8E23-2011DF623FF7}"/>
    <dgm:cxn modelId="{46545B7D-04CE-440B-94D7-EF850AC5B0F0}" type="presOf" srcId="{1270D3F1-5A3C-4D0F-BF40-CC9E3A8A263D}" destId="{0A5FBFFA-9CB9-448E-8D63-B78F360212E4}" srcOrd="0" destOrd="0" presId="urn:microsoft.com/office/officeart/2018/2/layout/IconVerticalSolidList"/>
    <dgm:cxn modelId="{2BBD8D94-450E-48F3-BEB1-9FAE34AE5570}" type="presOf" srcId="{CF55EFF3-D6E2-4055-A649-4AA44BD608EA}" destId="{230BA2B0-C172-425E-BB87-755E68C971AD}" srcOrd="0" destOrd="0" presId="urn:microsoft.com/office/officeart/2018/2/layout/IconVerticalSolidList"/>
    <dgm:cxn modelId="{54CA789E-EB72-48A4-9CCF-4E781F4A1A51}" srcId="{7AB0F500-D7DF-4357-BA73-38B848F03ECF}" destId="{C3BCF126-E617-4991-A28C-DEC9D75D97F7}" srcOrd="2" destOrd="0" parTransId="{A64661E4-75C6-4837-9140-CCA5B81BDE75}" sibTransId="{AC09B51F-C4FF-4321-89FE-AAFAD07D1790}"/>
    <dgm:cxn modelId="{B6D096BB-1F67-4B34-B5F9-5579F69B9CD3}" type="presOf" srcId="{C3BCF126-E617-4991-A28C-DEC9D75D97F7}" destId="{B014C968-817C-44CA-9B69-5791E59C3FD5}" srcOrd="0" destOrd="0" presId="urn:microsoft.com/office/officeart/2018/2/layout/IconVerticalSolidList"/>
    <dgm:cxn modelId="{9E176DD5-0B48-4716-9DE5-1820FB1293B5}" type="presOf" srcId="{679AF257-E006-40DD-AB4D-2AEACF5C7ED8}" destId="{3E9636DD-D006-43C7-ADB5-FA3E65443BD8}" srcOrd="0" destOrd="0" presId="urn:microsoft.com/office/officeart/2018/2/layout/IconVerticalSolidList"/>
    <dgm:cxn modelId="{B2FA59DA-C7A3-43C2-B171-843567AEDA69}" type="presOf" srcId="{9611AEFF-7622-440B-9D8D-0C1A19B52E81}" destId="{FF4DE20E-A854-472A-BCFD-B64798E218D5}" srcOrd="0" destOrd="0" presId="urn:microsoft.com/office/officeart/2018/2/layout/IconVerticalSolidList"/>
    <dgm:cxn modelId="{C4FE20B5-C031-4CF6-915B-C474EC91AC46}" type="presParOf" srcId="{42CF6129-D451-428E-9638-383EBA2CDE03}" destId="{59C67AA3-9AC7-4287-9E5C-5D21DBF14B80}" srcOrd="0" destOrd="0" presId="urn:microsoft.com/office/officeart/2018/2/layout/IconVerticalSolidList"/>
    <dgm:cxn modelId="{BC4D615A-433E-49AB-BA07-5E9472293EB9}" type="presParOf" srcId="{59C67AA3-9AC7-4287-9E5C-5D21DBF14B80}" destId="{6D3E9E40-0E98-4757-8D91-1F90D9C1383E}" srcOrd="0" destOrd="0" presId="urn:microsoft.com/office/officeart/2018/2/layout/IconVerticalSolidList"/>
    <dgm:cxn modelId="{3A41C15A-3869-4939-97EA-0FB52C2A7145}" type="presParOf" srcId="{59C67AA3-9AC7-4287-9E5C-5D21DBF14B80}" destId="{7DDC5D42-5891-4FED-A5CA-B580C9A2BB6F}" srcOrd="1" destOrd="0" presId="urn:microsoft.com/office/officeart/2018/2/layout/IconVerticalSolidList"/>
    <dgm:cxn modelId="{784C81F9-E7C7-4B6A-B1AE-D08EBCBEBDB6}" type="presParOf" srcId="{59C67AA3-9AC7-4287-9E5C-5D21DBF14B80}" destId="{FBA0855B-3BE6-439F-962A-37B910234EFB}" srcOrd="2" destOrd="0" presId="urn:microsoft.com/office/officeart/2018/2/layout/IconVerticalSolidList"/>
    <dgm:cxn modelId="{18D6CECD-0131-423B-98C7-6835B2432198}" type="presParOf" srcId="{59C67AA3-9AC7-4287-9E5C-5D21DBF14B80}" destId="{FF4DE20E-A854-472A-BCFD-B64798E218D5}" srcOrd="3" destOrd="0" presId="urn:microsoft.com/office/officeart/2018/2/layout/IconVerticalSolidList"/>
    <dgm:cxn modelId="{80B6836C-5A28-47A8-AE8A-30FA7D13D898}" type="presParOf" srcId="{42CF6129-D451-428E-9638-383EBA2CDE03}" destId="{3855F1AE-35C6-4A28-BEC5-D69A6D7C3FC3}" srcOrd="1" destOrd="0" presId="urn:microsoft.com/office/officeart/2018/2/layout/IconVerticalSolidList"/>
    <dgm:cxn modelId="{345FE2BD-F4B4-45B2-BE07-B31CC2148455}" type="presParOf" srcId="{42CF6129-D451-428E-9638-383EBA2CDE03}" destId="{994A7DFD-F8D3-4996-ADB5-708DE3996D93}" srcOrd="2" destOrd="0" presId="urn:microsoft.com/office/officeart/2018/2/layout/IconVerticalSolidList"/>
    <dgm:cxn modelId="{2FF7480F-107F-4799-BCF1-52109DEBFB19}" type="presParOf" srcId="{994A7DFD-F8D3-4996-ADB5-708DE3996D93}" destId="{FD0FB572-1CB3-46FC-B0EB-C929F2DC26C9}" srcOrd="0" destOrd="0" presId="urn:microsoft.com/office/officeart/2018/2/layout/IconVerticalSolidList"/>
    <dgm:cxn modelId="{53214A75-F344-44C9-8151-8EE17C5A7CC8}" type="presParOf" srcId="{994A7DFD-F8D3-4996-ADB5-708DE3996D93}" destId="{39A7E3F1-CDDC-42ED-9F65-E232AF221CAA}" srcOrd="1" destOrd="0" presId="urn:microsoft.com/office/officeart/2018/2/layout/IconVerticalSolidList"/>
    <dgm:cxn modelId="{4C93E156-8BEE-4A89-813F-D4B08811B35E}" type="presParOf" srcId="{994A7DFD-F8D3-4996-ADB5-708DE3996D93}" destId="{276DF5F9-250C-429F-9FF2-0DBF840FF173}" srcOrd="2" destOrd="0" presId="urn:microsoft.com/office/officeart/2018/2/layout/IconVerticalSolidList"/>
    <dgm:cxn modelId="{8310FA11-6C5B-4053-B87F-63750E5EFFC6}" type="presParOf" srcId="{994A7DFD-F8D3-4996-ADB5-708DE3996D93}" destId="{0A5FBFFA-9CB9-448E-8D63-B78F360212E4}" srcOrd="3" destOrd="0" presId="urn:microsoft.com/office/officeart/2018/2/layout/IconVerticalSolidList"/>
    <dgm:cxn modelId="{5E0A5F48-43BA-431F-B05C-8FAA4F736B19}" type="presParOf" srcId="{42CF6129-D451-428E-9638-383EBA2CDE03}" destId="{60306E33-4BA1-4B16-A031-97BA95468178}" srcOrd="3" destOrd="0" presId="urn:microsoft.com/office/officeart/2018/2/layout/IconVerticalSolidList"/>
    <dgm:cxn modelId="{0A0F0E96-CCD5-467E-BFA2-E6772F6C2283}" type="presParOf" srcId="{42CF6129-D451-428E-9638-383EBA2CDE03}" destId="{B233419E-21A1-4F89-9CE9-9C591D9C9B0C}" srcOrd="4" destOrd="0" presId="urn:microsoft.com/office/officeart/2018/2/layout/IconVerticalSolidList"/>
    <dgm:cxn modelId="{6090573B-58B3-4F4F-ABE1-BE5E54A47644}" type="presParOf" srcId="{B233419E-21A1-4F89-9CE9-9C591D9C9B0C}" destId="{CAD4D440-792C-4A17-9419-B92AE196CEB2}" srcOrd="0" destOrd="0" presId="urn:microsoft.com/office/officeart/2018/2/layout/IconVerticalSolidList"/>
    <dgm:cxn modelId="{7B3E5B1A-BC87-40F4-A4B0-4FFAE8032C8F}" type="presParOf" srcId="{B233419E-21A1-4F89-9CE9-9C591D9C9B0C}" destId="{185256AD-2384-4869-860B-5FFA62B833BF}" srcOrd="1" destOrd="0" presId="urn:microsoft.com/office/officeart/2018/2/layout/IconVerticalSolidList"/>
    <dgm:cxn modelId="{5C877473-C477-46F7-8B04-6D283182A6F1}" type="presParOf" srcId="{B233419E-21A1-4F89-9CE9-9C591D9C9B0C}" destId="{BCFC69F0-167B-4127-9815-3BEBDECFA359}" srcOrd="2" destOrd="0" presId="urn:microsoft.com/office/officeart/2018/2/layout/IconVerticalSolidList"/>
    <dgm:cxn modelId="{5F497805-769E-487B-AA4D-C519845FEDC7}" type="presParOf" srcId="{B233419E-21A1-4F89-9CE9-9C591D9C9B0C}" destId="{B014C968-817C-44CA-9B69-5791E59C3FD5}" srcOrd="3" destOrd="0" presId="urn:microsoft.com/office/officeart/2018/2/layout/IconVerticalSolidList"/>
    <dgm:cxn modelId="{6B51FBD0-B9A9-405A-80CD-E8CC3E7B997A}" type="presParOf" srcId="{42CF6129-D451-428E-9638-383EBA2CDE03}" destId="{7EBB1E1E-247F-4720-91BE-A20644D26EA9}" srcOrd="5" destOrd="0" presId="urn:microsoft.com/office/officeart/2018/2/layout/IconVerticalSolidList"/>
    <dgm:cxn modelId="{C856D673-F98F-4560-8D74-53BDEA40D892}" type="presParOf" srcId="{42CF6129-D451-428E-9638-383EBA2CDE03}" destId="{72D55CAC-BA4C-4D55-9575-94786B58231A}" srcOrd="6" destOrd="0" presId="urn:microsoft.com/office/officeart/2018/2/layout/IconVerticalSolidList"/>
    <dgm:cxn modelId="{C58753B8-CFA7-45B7-81E3-B3B460934FA5}" type="presParOf" srcId="{72D55CAC-BA4C-4D55-9575-94786B58231A}" destId="{2DF39B8C-7DBD-4D4C-84DD-C0C9E2FC9E7E}" srcOrd="0" destOrd="0" presId="urn:microsoft.com/office/officeart/2018/2/layout/IconVerticalSolidList"/>
    <dgm:cxn modelId="{62201D21-98E5-498A-92FB-D58F3AD2D9B0}" type="presParOf" srcId="{72D55CAC-BA4C-4D55-9575-94786B58231A}" destId="{D384007B-6A23-4735-81F7-4FDDC0EB0C9D}" srcOrd="1" destOrd="0" presId="urn:microsoft.com/office/officeart/2018/2/layout/IconVerticalSolidList"/>
    <dgm:cxn modelId="{DC2B3A1A-FBF0-45E6-8F4A-A946A7E748AF}" type="presParOf" srcId="{72D55CAC-BA4C-4D55-9575-94786B58231A}" destId="{ECCF8789-FB8D-418D-9EFD-66B5B2E08044}" srcOrd="2" destOrd="0" presId="urn:microsoft.com/office/officeart/2018/2/layout/IconVerticalSolidList"/>
    <dgm:cxn modelId="{7C4AE96A-B5F2-4F59-A9A0-B04E12D39048}" type="presParOf" srcId="{72D55CAC-BA4C-4D55-9575-94786B58231A}" destId="{3E9636DD-D006-43C7-ADB5-FA3E65443BD8}" srcOrd="3" destOrd="0" presId="urn:microsoft.com/office/officeart/2018/2/layout/IconVerticalSolidList"/>
    <dgm:cxn modelId="{9E07DA41-7424-4E56-A28F-42B7EFAC61FE}" type="presParOf" srcId="{42CF6129-D451-428E-9638-383EBA2CDE03}" destId="{C8A9B3D3-3225-480B-B2E1-CF40FE13B1D2}" srcOrd="7" destOrd="0" presId="urn:microsoft.com/office/officeart/2018/2/layout/IconVerticalSolidList"/>
    <dgm:cxn modelId="{4788487A-9BF8-4ACF-A034-F7455C9735B5}" type="presParOf" srcId="{42CF6129-D451-428E-9638-383EBA2CDE03}" destId="{190062AC-86B0-4B03-B9E3-2921083C092C}" srcOrd="8" destOrd="0" presId="urn:microsoft.com/office/officeart/2018/2/layout/IconVerticalSolidList"/>
    <dgm:cxn modelId="{3DA470E7-A992-4FBD-9FF6-95A2315A7E02}" type="presParOf" srcId="{190062AC-86B0-4B03-B9E3-2921083C092C}" destId="{FBA3F2C2-1899-4755-81C6-1D8F463AB661}" srcOrd="0" destOrd="0" presId="urn:microsoft.com/office/officeart/2018/2/layout/IconVerticalSolidList"/>
    <dgm:cxn modelId="{FD90AED7-C749-4DF2-91EF-485E6BA27ECC}" type="presParOf" srcId="{190062AC-86B0-4B03-B9E3-2921083C092C}" destId="{3E1696E3-434C-4629-81D8-86887F8B045F}" srcOrd="1" destOrd="0" presId="urn:microsoft.com/office/officeart/2018/2/layout/IconVerticalSolidList"/>
    <dgm:cxn modelId="{7AE2E100-938D-4E12-8675-836DC32B5233}" type="presParOf" srcId="{190062AC-86B0-4B03-B9E3-2921083C092C}" destId="{0126BEB9-0E6A-4D64-880E-0DD8FAEDCD68}" srcOrd="2" destOrd="0" presId="urn:microsoft.com/office/officeart/2018/2/layout/IconVerticalSolidList"/>
    <dgm:cxn modelId="{6FCEE46F-E85A-406E-A10F-13E2F3814AED}" type="presParOf" srcId="{190062AC-86B0-4B03-B9E3-2921083C092C}" destId="{230BA2B0-C172-425E-BB87-755E68C971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495F0C-7D6C-4083-B103-C0D08CE5F1D7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9FA77A-5BF9-47D0-887B-E8E936574CF9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184B7-9DDC-4BF9-82D0-6DE2165B8EC0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O que é:</a:t>
          </a:r>
          <a:r>
            <a:rPr lang="pt-BR" sz="1800" kern="1200"/>
            <a:t> fornecer exemplos do resultado esperado dentro do próprio prompt.</a:t>
          </a:r>
          <a:endParaRPr lang="en-US" sz="1800" kern="1200"/>
        </a:p>
      </dsp:txBody>
      <dsp:txXfrm>
        <a:off x="1129902" y="4592"/>
        <a:ext cx="5171698" cy="978270"/>
      </dsp:txXfrm>
    </dsp:sp>
    <dsp:sp modelId="{C49EE975-2534-47B5-BE8B-DC105BF8FF85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516C0-4056-4A2F-A0A9-71EDD1798896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D12FE-1BAF-4058-8BC3-79993FA7B6DA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Princípio:</a:t>
          </a:r>
          <a:r>
            <a:rPr lang="pt-BR" sz="1800" kern="1200"/>
            <a:t> modelos de linguagem aprendem padrões - mostrar é mais eficaz do que descrever.</a:t>
          </a:r>
          <a:endParaRPr lang="en-US" sz="1800" kern="1200"/>
        </a:p>
      </dsp:txBody>
      <dsp:txXfrm>
        <a:off x="1129902" y="1227431"/>
        <a:ext cx="5171698" cy="978270"/>
      </dsp:txXfrm>
    </dsp:sp>
    <dsp:sp modelId="{162E5DDE-5183-44B5-8CCE-C572FF2AFA05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60B5F-7750-4CD3-B5DC-80A81784601A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AED1E-F578-476F-93C7-397225215D06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Quando usar:</a:t>
          </a:r>
          <a:r>
            <a:rPr lang="pt-BR" sz="1800" kern="1200"/>
            <a:t> tarefas com formato específico, tom ou estilo bem definidos.</a:t>
          </a:r>
          <a:endParaRPr lang="en-US" sz="1800" kern="1200"/>
        </a:p>
      </dsp:txBody>
      <dsp:txXfrm>
        <a:off x="1129902" y="2450269"/>
        <a:ext cx="5171698" cy="978270"/>
      </dsp:txXfrm>
    </dsp:sp>
    <dsp:sp modelId="{CDF3798D-9BD0-429E-B000-9150557C6FD3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EB147-D89E-45AF-890A-762EAA673E5C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694D1-F932-4FFD-AF0C-7CAFE6D2B102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Quantos exemplos:</a:t>
          </a:r>
          <a:r>
            <a:rPr lang="pt-BR" sz="1800" kern="1200"/>
            <a:t> 2 a 5 costumam ser suficientes.</a:t>
          </a:r>
          <a:endParaRPr lang="en-US" sz="1800" kern="1200"/>
        </a:p>
      </dsp:txBody>
      <dsp:txXfrm>
        <a:off x="1129902" y="3673107"/>
        <a:ext cx="5171698" cy="978270"/>
      </dsp:txXfrm>
    </dsp:sp>
    <dsp:sp modelId="{43BD2A16-8D79-4F4F-9384-40A545ACF208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F1929C-FE7D-478B-9F29-9E7C951B9D40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C81FF-9708-4834-907A-1148F8B0F0D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Variação:</a:t>
          </a:r>
          <a:r>
            <a:rPr lang="pt-BR" sz="1800" kern="1200"/>
            <a:t> </a:t>
          </a:r>
          <a:r>
            <a:rPr lang="pt-BR" sz="1800" i="1" kern="1200"/>
            <a:t>Zero-Shot</a:t>
          </a:r>
          <a:r>
            <a:rPr lang="pt-BR" sz="1800" kern="1200"/>
            <a:t> (sem exemplos) × </a:t>
          </a:r>
          <a:r>
            <a:rPr lang="pt-BR" sz="1800" i="1" kern="1200"/>
            <a:t>Few-Shot</a:t>
          </a:r>
          <a:r>
            <a:rPr lang="pt-BR" sz="1800" kern="1200"/>
            <a:t> (com exemplos)</a:t>
          </a:r>
          <a:endParaRPr lang="en-US" sz="1800" kern="1200"/>
        </a:p>
      </dsp:txBody>
      <dsp:txXfrm>
        <a:off x="1129902" y="4895945"/>
        <a:ext cx="51716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0724A-32B3-4013-A524-4BE649D89ADE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679A4-2B36-4050-8BF5-808B04F1AF5D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BE0D5-1963-474B-849B-060670B30A18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dirty="0"/>
            <a:t>O que é:</a:t>
          </a:r>
          <a:r>
            <a:rPr lang="pt-BR" sz="1800" b="0" i="0" kern="1200" dirty="0"/>
            <a:t> instruir a IA a verificar suas próprias afirmações antes de concluir</a:t>
          </a:r>
          <a:endParaRPr lang="en-US" sz="1800" kern="1200" dirty="0"/>
        </a:p>
      </dsp:txBody>
      <dsp:txXfrm>
        <a:off x="1129902" y="4592"/>
        <a:ext cx="5171698" cy="978270"/>
      </dsp:txXfrm>
    </dsp:sp>
    <dsp:sp modelId="{6D49A1EB-F48C-4FC7-B6F6-5D37102535D2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2E5D5-B42E-4461-A584-5E2BCDD72A6C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8BAAB-E10A-40A5-867F-4D4CBB7FCAED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dirty="0"/>
            <a:t>Problema que resolve:</a:t>
          </a:r>
          <a:r>
            <a:rPr lang="pt-BR" sz="1800" b="0" i="0" kern="1200" dirty="0"/>
            <a:t> alucinações — quando a IA afirma coisas erradas com confiança</a:t>
          </a:r>
        </a:p>
      </dsp:txBody>
      <dsp:txXfrm>
        <a:off x="1129902" y="1227431"/>
        <a:ext cx="5171698" cy="978270"/>
      </dsp:txXfrm>
    </dsp:sp>
    <dsp:sp modelId="{E55B8614-C05D-49FD-8600-D97499B3EF8A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72715F-0987-4ED6-ADC2-EADD92BCF325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8AE6D-6B1F-4F04-AEB2-7DA0996278E6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dirty="0"/>
            <a:t>Quando usar:</a:t>
          </a:r>
          <a:r>
            <a:rPr lang="pt-BR" sz="1800" b="0" i="0" kern="1200" dirty="0"/>
            <a:t> respostas factuais, resumos, análises que exigem precisão</a:t>
          </a:r>
        </a:p>
      </dsp:txBody>
      <dsp:txXfrm>
        <a:off x="1129902" y="2450269"/>
        <a:ext cx="5171698" cy="978270"/>
      </dsp:txXfrm>
    </dsp:sp>
    <dsp:sp modelId="{6B38BB66-5E92-45B9-B545-99CA766B3C76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E802A-758F-4328-8361-628B33370BAD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1383C-2033-4243-85D5-1B113EF8FFCC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/>
            <a:t>Como funciona:</a:t>
          </a:r>
          <a:r>
            <a:rPr lang="pt-BR" sz="1800" b="0" i="0" kern="1200"/>
            <a:t> o modelo gera → lista afirmações → verifica cada uma → corrige se necessário</a:t>
          </a:r>
        </a:p>
      </dsp:txBody>
      <dsp:txXfrm>
        <a:off x="1129902" y="3673107"/>
        <a:ext cx="5171698" cy="978270"/>
      </dsp:txXfrm>
    </dsp:sp>
    <dsp:sp modelId="{0EA2B2CC-6EFD-40EA-8D4E-9315E96220B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2A2DC-4805-4674-905B-78469E1660BC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92269-1988-4DC9-A1D0-A64E4BF0C0F2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/>
            <a:t>Reduz significativamente erros em respostas longas</a:t>
          </a:r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0724A-32B3-4013-A524-4BE649D89ADE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679A4-2B36-4050-8BF5-808B04F1AF5D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BE0D5-1963-474B-849B-060670B30A18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O que é:</a:t>
          </a:r>
          <a:r>
            <a:rPr lang="pt-BR" sz="1800" kern="1200"/>
            <a:t> carregar contexto relevante no início da conversa para que a IA "lembre" durante toda a sessão</a:t>
          </a:r>
          <a:endParaRPr lang="en-US" sz="1800" kern="1200"/>
        </a:p>
      </dsp:txBody>
      <dsp:txXfrm>
        <a:off x="1129902" y="4592"/>
        <a:ext cx="5171698" cy="978270"/>
      </dsp:txXfrm>
    </dsp:sp>
    <dsp:sp modelId="{2651A213-29A6-416C-B683-07D6FFB7403D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452316-E4E6-470A-A431-19AB5B398DF3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A3526-E3CF-4BDF-81EB-B56D4D04145B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Problema que resolve:</a:t>
          </a:r>
          <a:r>
            <a:rPr lang="pt-BR" sz="1800" kern="1200"/>
            <a:t> IAs não têm memória entre sessões por padrão</a:t>
          </a:r>
          <a:endParaRPr lang="en-US" sz="1800" kern="1200"/>
        </a:p>
      </dsp:txBody>
      <dsp:txXfrm>
        <a:off x="1129902" y="1227431"/>
        <a:ext cx="5171698" cy="978270"/>
      </dsp:txXfrm>
    </dsp:sp>
    <dsp:sp modelId="{87EF0C2E-7B71-4FF1-A11B-8F2403F754F3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1F860-9351-4E88-8EAC-C9ED9EEE4B4D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DF9EE-E496-4DAF-8B5D-9E29C44F8FE4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O que pode ser injetado:</a:t>
          </a:r>
          <a:r>
            <a:rPr lang="pt-BR" sz="1800" kern="1200"/>
            <a:t> seu perfil, estilo de escrita, preferências, restrições recorrentes</a:t>
          </a:r>
          <a:endParaRPr lang="en-US" sz="1800" kern="1200"/>
        </a:p>
      </dsp:txBody>
      <dsp:txXfrm>
        <a:off x="1129902" y="2450269"/>
        <a:ext cx="5171698" cy="978270"/>
      </dsp:txXfrm>
    </dsp:sp>
    <dsp:sp modelId="{BA973C87-B216-42B9-A085-FEFED63100EB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F59DB-D225-4467-BF11-C3876CC21AB4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6DE33-F766-4A56-83EC-2DFD243AF4C7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Quando usar:</a:t>
          </a:r>
          <a:r>
            <a:rPr lang="pt-BR" sz="1800" kern="1200"/>
            <a:t> fluxos de trabalho repetitivos, projetos longos, consultorias contínuas</a:t>
          </a:r>
          <a:endParaRPr lang="en-US" sz="1800" kern="1200"/>
        </a:p>
      </dsp:txBody>
      <dsp:txXfrm>
        <a:off x="1129902" y="3673107"/>
        <a:ext cx="5171698" cy="978270"/>
      </dsp:txXfrm>
    </dsp:sp>
    <dsp:sp modelId="{76FE5277-CA73-43F8-9580-37370D98A6EC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EC6061-A0E7-493B-9F15-E9ED70DC6B3E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D6CFC-B3BB-4410-ABAA-12F602852FB2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Funciona como um "briefing permanente" antes de cada tarefa</a:t>
          </a:r>
          <a:endParaRPr lang="en-US" sz="1800" kern="1200"/>
        </a:p>
      </dsp:txBody>
      <dsp:txXfrm>
        <a:off x="1129902" y="4895945"/>
        <a:ext cx="5171698" cy="978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1A8CF-C35B-4EBF-A5DD-4ADD8C5EA487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5CDBB-8C5D-426D-8183-DD005E5A45FD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4D1C3-8D0F-4C81-839F-52BCEA9D0FFB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O que é:</a:t>
          </a:r>
          <a:r>
            <a:rPr lang="pt-BR" sz="1600" kern="1200"/>
            <a:t> em vez de dar todas as instruções, pedir que a IA pergunte o que precisa saber antes de executar</a:t>
          </a:r>
          <a:endParaRPr lang="en-US" sz="1600" kern="1200"/>
        </a:p>
      </dsp:txBody>
      <dsp:txXfrm>
        <a:off x="1129902" y="4592"/>
        <a:ext cx="5171698" cy="978270"/>
      </dsp:txXfrm>
    </dsp:sp>
    <dsp:sp modelId="{B16C2E35-DAEB-485E-9262-632D5F491E6B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DD605-6601-4B62-8F77-090A286AF8C6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136CF-2BE5-4A68-8FC7-CCABE9AECB45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Princípio:</a:t>
          </a:r>
          <a:r>
            <a:rPr lang="pt-BR" sz="1600" kern="1200"/>
            <a:t> forçar o modelo a identificar lacunas antes de agir</a:t>
          </a:r>
          <a:endParaRPr lang="en-US" sz="1600" kern="1200"/>
        </a:p>
      </dsp:txBody>
      <dsp:txXfrm>
        <a:off x="1129902" y="1227431"/>
        <a:ext cx="5171698" cy="978270"/>
      </dsp:txXfrm>
    </dsp:sp>
    <dsp:sp modelId="{AD501512-7875-4004-B604-FFDF1A334D09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29FBE-20EC-45D6-A6C2-9EFD14A5F6C5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F7569-CB15-431A-B169-BBF082DF607E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Quando usar:</a:t>
          </a:r>
          <a:r>
            <a:rPr lang="pt-BR" sz="1600" kern="1200"/>
            <a:t> tarefas complexas onde você mesmo não sabe exatamente o que quer</a:t>
          </a:r>
          <a:endParaRPr lang="en-US" sz="1600" kern="1200"/>
        </a:p>
      </dsp:txBody>
      <dsp:txXfrm>
        <a:off x="1129902" y="2450269"/>
        <a:ext cx="5171698" cy="978270"/>
      </dsp:txXfrm>
    </dsp:sp>
    <dsp:sp modelId="{54B92BE8-FDA3-4310-81E9-652E85EB3C26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3ABE2-303B-447E-AEA7-05EB7A111A1C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5BFF8-63F7-4CA7-9024-FA8A89FD733A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Efeito colateral positivo:</a:t>
          </a:r>
          <a:r>
            <a:rPr lang="pt-BR" sz="1600" kern="1200"/>
            <a:t> ajuda o próprio usuário a clarificar seus objetivos</a:t>
          </a:r>
          <a:endParaRPr lang="en-US" sz="1600" kern="1200"/>
        </a:p>
      </dsp:txBody>
      <dsp:txXfrm>
        <a:off x="1129902" y="3673107"/>
        <a:ext cx="5171698" cy="978270"/>
      </dsp:txXfrm>
    </dsp:sp>
    <dsp:sp modelId="{6C44E1E3-FB18-47F0-A338-F877C0069AAB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C410C-4456-453C-8A8F-52CEDFEEDC10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F35B1-1D59-4714-AB4E-9ABE062153E2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O modelo atua como consultor, não só como executor</a:t>
          </a:r>
          <a:endParaRPr lang="en-US" sz="1600" kern="1200"/>
        </a:p>
      </dsp:txBody>
      <dsp:txXfrm>
        <a:off x="1129902" y="4895945"/>
        <a:ext cx="5171698" cy="978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1A8CF-C35B-4EBF-A5DD-4ADD8C5EA487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5CDBB-8C5D-426D-8183-DD005E5A45FD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4D1C3-8D0F-4C81-839F-52BCEA9D0FFB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dirty="0"/>
            <a:t>O que é:</a:t>
          </a:r>
          <a:r>
            <a:rPr lang="pt-BR" sz="1600" b="0" i="0" kern="1200" dirty="0"/>
            <a:t> fornecer instruções em camadas progressivas, não tudo de uma vez</a:t>
          </a:r>
          <a:endParaRPr lang="en-US" sz="1600" kern="1200" dirty="0"/>
        </a:p>
      </dsp:txBody>
      <dsp:txXfrm>
        <a:off x="1129902" y="4592"/>
        <a:ext cx="5171698" cy="978270"/>
      </dsp:txXfrm>
    </dsp:sp>
    <dsp:sp modelId="{A529666C-14DA-4053-824F-A4345DC9C85D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6935AB-B95B-4A5C-B67F-E1529B7C4970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0CDA1-FD70-4D2C-BB5C-5523D7D2D4B4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dirty="0"/>
            <a:t>Princípio:</a:t>
          </a:r>
          <a:r>
            <a:rPr lang="pt-BR" sz="1600" b="0" i="0" kern="1200" dirty="0"/>
            <a:t> modelos processam melhor instruções incrementais do que blocos densos</a:t>
          </a:r>
        </a:p>
      </dsp:txBody>
      <dsp:txXfrm>
        <a:off x="1129902" y="1227431"/>
        <a:ext cx="5171698" cy="978270"/>
      </dsp:txXfrm>
    </dsp:sp>
    <dsp:sp modelId="{C435503D-2120-4291-9657-5C831241BE1D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3448F-1FCA-4115-B223-96AB7649463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67C7A-703A-411D-BACF-89D22E038A17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dirty="0"/>
            <a:t>Quando usar:</a:t>
          </a:r>
          <a:r>
            <a:rPr lang="pt-BR" sz="1600" b="0" i="0" kern="1200" dirty="0"/>
            <a:t> tarefas longas e complexas, criação de documentos estruturados, processos em etapas</a:t>
          </a:r>
        </a:p>
      </dsp:txBody>
      <dsp:txXfrm>
        <a:off x="1129902" y="2450269"/>
        <a:ext cx="5171698" cy="978270"/>
      </dsp:txXfrm>
    </dsp:sp>
    <dsp:sp modelId="{E1963AAE-2C96-403B-89BB-D2222DD58419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A4D33-B3F2-4C53-9633-D87F5A93ABE7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2FC93-C397-406A-9380-37991D776578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dirty="0"/>
            <a:t>Como funciona:</a:t>
          </a:r>
          <a:r>
            <a:rPr lang="pt-BR" sz="1600" b="0" i="0" kern="1200" dirty="0"/>
            <a:t> instrução simples → confirmar compreensão → adicionar restrição → confirmar → avançar</a:t>
          </a:r>
        </a:p>
      </dsp:txBody>
      <dsp:txXfrm>
        <a:off x="1129902" y="3673107"/>
        <a:ext cx="5171698" cy="978270"/>
      </dsp:txXfrm>
    </dsp:sp>
    <dsp:sp modelId="{825C56E3-AE83-4B54-AAB7-C1C58DAA5EF3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EEA6E-71B8-44E1-9180-1A3A5D3779C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BA6FE-3795-4EBC-8C34-DF4A763D91D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Evita que erros da primeira instrução se propaguem por toda a tarefa</a:t>
          </a:r>
        </a:p>
      </dsp:txBody>
      <dsp:txXfrm>
        <a:off x="1129902" y="4895945"/>
        <a:ext cx="5171698" cy="9782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3E30E-4E05-4CE5-AC31-294FCEED20DC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97953-E8E4-4C6F-8F32-246E36809A30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496AB-2134-4D14-9B5A-4B4247F3490F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O que é:</a:t>
          </a:r>
          <a:r>
            <a:rPr lang="pt-BR" sz="1800" kern="1200"/>
            <a:t> pedir que a IA explique seu raciocínio e depois critique a própria explicação</a:t>
          </a:r>
          <a:endParaRPr lang="en-US" sz="1800" kern="1200"/>
        </a:p>
      </dsp:txBody>
      <dsp:txXfrm>
        <a:off x="1129902" y="4592"/>
        <a:ext cx="5171698" cy="978270"/>
      </dsp:txXfrm>
    </dsp:sp>
    <dsp:sp modelId="{192A0E15-B3B7-4804-AB04-51150714EB43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5E92D-926E-4972-8D6E-CB41903E793F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6C33A-EF08-40D4-A426-5274551D1BB2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Diferença para Chain of Verification:</a:t>
          </a:r>
          <a:r>
            <a:rPr lang="pt-BR" sz="1800" kern="1200"/>
            <a:t> aqui o foco é no </a:t>
          </a:r>
          <a:r>
            <a:rPr lang="pt-BR" sz="1800" i="1" kern="1200"/>
            <a:t>processo de raciocínio</a:t>
          </a:r>
          <a:r>
            <a:rPr lang="pt-BR" sz="1800" kern="1200"/>
            <a:t>, não só nos fatos</a:t>
          </a:r>
          <a:endParaRPr lang="en-US" sz="1800" kern="1200"/>
        </a:p>
      </dsp:txBody>
      <dsp:txXfrm>
        <a:off x="1129902" y="1227431"/>
        <a:ext cx="5171698" cy="978270"/>
      </dsp:txXfrm>
    </dsp:sp>
    <dsp:sp modelId="{8A5342B8-5094-4F40-9F38-C594F0BC5A3B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1EE839-B02A-47FD-A31C-98E6CB0CEC8A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A5037-C04A-43A3-9ACA-A357BC1F23F0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Quando usar:</a:t>
          </a:r>
          <a:r>
            <a:rPr lang="pt-BR" sz="1800" kern="1200"/>
            <a:t> análises, recomendações, resoluções de problemas complexos</a:t>
          </a:r>
          <a:endParaRPr lang="en-US" sz="1800" kern="1200"/>
        </a:p>
      </dsp:txBody>
      <dsp:txXfrm>
        <a:off x="1129902" y="2450269"/>
        <a:ext cx="5171698" cy="978270"/>
      </dsp:txXfrm>
    </dsp:sp>
    <dsp:sp modelId="{B2327405-A3C4-47A2-8A5F-81EC5790CA87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B1111-84B4-44E0-AFB4-E48F8929480F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FADA0-C752-4E6A-9DD6-816631FE4A42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Estrutura:</a:t>
          </a:r>
          <a:r>
            <a:rPr lang="pt-BR" sz="1800" kern="1200"/>
            <a:t> gerar → explicar → criticar → corrigir → entregar</a:t>
          </a:r>
          <a:endParaRPr lang="en-US" sz="1800" kern="1200"/>
        </a:p>
      </dsp:txBody>
      <dsp:txXfrm>
        <a:off x="1129902" y="3673107"/>
        <a:ext cx="5171698" cy="978270"/>
      </dsp:txXfrm>
    </dsp:sp>
    <dsp:sp modelId="{4A268266-D7C7-4557-8564-CF44265DC1A2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81FB8-8EE8-4DDC-80F3-490957E6F7D6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172B1-C44F-4DFA-9EC7-BFBF18050B13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Captura erros lógicos que passariam despercebidos em respostas diretas</a:t>
          </a:r>
          <a:endParaRPr lang="en-US" sz="1800" kern="1200"/>
        </a:p>
      </dsp:txBody>
      <dsp:txXfrm>
        <a:off x="1129902" y="4895945"/>
        <a:ext cx="5171698" cy="978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A8B03-B963-4977-8243-17DD0FF0224F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CFED4-DAD8-4855-9564-9901F9D0E0D2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A0022-C812-4A8B-B65E-E779A64D5637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Seja específico: substitua adjetivos vagos por critérios mensuráveis</a:t>
          </a:r>
          <a:endParaRPr lang="en-US" sz="1900" kern="1200"/>
        </a:p>
      </dsp:txBody>
      <dsp:txXfrm>
        <a:off x="1129902" y="4592"/>
        <a:ext cx="5171698" cy="978270"/>
      </dsp:txXfrm>
    </dsp:sp>
    <dsp:sp modelId="{BE6743D2-C456-496D-9EEE-601A8AD76B51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1D4097-092E-454E-80E4-088E4A42DD95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D5163-5AA9-4CDE-BCE8-B652AC7754C4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Defina o papel da IA: </a:t>
          </a:r>
          <a:r>
            <a:rPr lang="pt-BR" sz="1900" b="1" i="1" kern="1200"/>
            <a:t>"Atue como..."</a:t>
          </a:r>
          <a:r>
            <a:rPr lang="pt-BR" sz="1900" b="1" kern="1200"/>
            <a:t> </a:t>
          </a:r>
          <a:r>
            <a:rPr lang="pt-BR" sz="1900" kern="1200"/>
            <a:t>melhora o enquadramento da resposta</a:t>
          </a:r>
          <a:endParaRPr lang="en-US" sz="1900" kern="1200"/>
        </a:p>
      </dsp:txBody>
      <dsp:txXfrm>
        <a:off x="1129902" y="1227431"/>
        <a:ext cx="5171698" cy="978270"/>
      </dsp:txXfrm>
    </dsp:sp>
    <dsp:sp modelId="{5FEBE169-496F-4A80-839D-C688B6DF79B8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81FA7-2FB6-4DBA-A8A6-CC71E3F74F41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584BA-F6A7-46DF-9959-A3847CFFA24B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Indique o formato de saída esperado: lista, tabela, texto corrido, tópicos</a:t>
          </a:r>
          <a:endParaRPr lang="en-US" sz="1900" kern="1200"/>
        </a:p>
      </dsp:txBody>
      <dsp:txXfrm>
        <a:off x="1129902" y="2450269"/>
        <a:ext cx="5171698" cy="978270"/>
      </dsp:txXfrm>
    </dsp:sp>
    <dsp:sp modelId="{428E7479-463C-4451-BD8C-9AF6186C42BB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C20F47-14D1-44C3-9BD7-A1FDF4DAAC98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B8EA2-2B82-4EAC-A70B-35C1A9573DAD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Itere: o primeiro prompt raramente é o melhor — refine a conversa</a:t>
          </a:r>
          <a:endParaRPr lang="en-US" sz="1900" kern="1200"/>
        </a:p>
      </dsp:txBody>
      <dsp:txXfrm>
        <a:off x="1129902" y="3673107"/>
        <a:ext cx="5171698" cy="978270"/>
      </dsp:txXfrm>
    </dsp:sp>
    <dsp:sp modelId="{C18F0721-FD3C-40C9-831F-8BEEB94252AC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938A5-DC23-4170-BDDB-78715A613830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D999A-5884-4FD2-9492-2AFF1527AD7E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Desconfie de respostas muito confiantes em temas factuais — sempre verifique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E9E40-0E98-4757-8D91-1F90D9C1383E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C5D42-5891-4FED-A5CA-B580C9A2BB6F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DE20E-A854-472A-BCFD-B64798E218D5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Engenharia de Prompts não é programação — é comunicação intencional</a:t>
          </a:r>
          <a:endParaRPr lang="en-US" sz="1900" kern="1200"/>
        </a:p>
      </dsp:txBody>
      <dsp:txXfrm>
        <a:off x="1129902" y="4592"/>
        <a:ext cx="5171698" cy="978270"/>
      </dsp:txXfrm>
    </dsp:sp>
    <dsp:sp modelId="{FD0FB572-1CB3-46FC-B0EB-C929F2DC26C9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7E3F1-CDDC-42ED-9F65-E232AF221CAA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FBFFA-9CB9-448E-8D63-B78F360212E4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As 7 técnicas são ferramentas: escolha a certa para cada situação</a:t>
          </a:r>
          <a:endParaRPr lang="en-US" sz="1900" kern="1200"/>
        </a:p>
      </dsp:txBody>
      <dsp:txXfrm>
        <a:off x="1129902" y="1227431"/>
        <a:ext cx="5171698" cy="978270"/>
      </dsp:txXfrm>
    </dsp:sp>
    <dsp:sp modelId="{CAD4D440-792C-4A17-9419-B92AE196CEB2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256AD-2384-4869-860B-5FFA62B833BF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4C968-817C-44CA-9B69-5791E59C3FD5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O melhor prompt é aquele que você itera até funcionar</a:t>
          </a:r>
          <a:endParaRPr lang="en-US" sz="1900" kern="1200"/>
        </a:p>
      </dsp:txBody>
      <dsp:txXfrm>
        <a:off x="1129902" y="2450269"/>
        <a:ext cx="5171698" cy="978270"/>
      </dsp:txXfrm>
    </dsp:sp>
    <dsp:sp modelId="{2DF39B8C-7DBD-4D4C-84DD-C0C9E2FC9E7E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4007B-6A23-4735-81F7-4FDDC0EB0C9D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636DD-D006-43C7-ADB5-FA3E65443BD8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Material de consulta: apostila disponível em arquivo `.md` e `.pdf`</a:t>
          </a:r>
          <a:endParaRPr lang="en-US" sz="1900" kern="1200"/>
        </a:p>
      </dsp:txBody>
      <dsp:txXfrm>
        <a:off x="1129902" y="3673107"/>
        <a:ext cx="5171698" cy="978270"/>
      </dsp:txXfrm>
    </dsp:sp>
    <dsp:sp modelId="{FBA3F2C2-1899-4755-81C6-1D8F463AB661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696E3-434C-4629-81D8-86887F8B045F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BA2B0-C172-425E-BB87-755E68C971AD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Dúvidas?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298AC-1DF6-4231-B2A5-0C9BC45FF70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E3FFB-985F-4320-9F91-96667823C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31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*"Garbage in,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garbage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out"*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princípio clássico da computação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IA é um amplificador: amplifica clareza, mas também amplifica confusão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Prompt vago → resposta genérica, imprecisa ou inútil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Prompt bem construído → resposta relevante, aplicável, confiável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responsabilidade da qualidade começa em você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3FFB-985F-4320-9F91-96667823C3D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153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Faça um site bonito. Vai dar certo? Ele vai travar? Ele vai fazer? Vai ficar do jeito que você quer ou esperar? Vai atender suas expectativas?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Demonstre ao vivo: envie "faça um site bonito" para o ChatGPT ou Claude e mostre a resposta. Pergunte à turma: "Isso é o que vocês esperavam?"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3FFB-985F-4320-9F91-96667823C3D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0283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3FFB-985F-4320-9F91-96667823C3D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054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3FFB-985F-4320-9F91-96667823C3D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415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94339-761B-34B1-928E-2CC427FB0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BE431F-DCFB-7836-D679-BB8A2C6C6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D39343-04CA-2558-CE67-14F964BE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19D949-0F6F-BC5B-A9CC-C2406835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FA1D42-5084-CF69-9192-4F0A696E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52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429CB-14FB-C302-9322-43EFBDD1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0019E5-975F-2562-3CE0-C076F56ED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4B3955-C5A9-F53E-D4C3-D428BF7E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51E59-E841-B967-25D4-E43B60A3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8EAC6-F4FF-878F-3751-0E3D3AA6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8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AF388-16AF-E5BC-2C6A-CC782047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D7712D-D0FE-FCC9-D422-0354840E0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49C29-F6D9-1EEC-2292-0815B444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8C62A5-D2D9-F53D-48B9-008F6CC7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666A00-A5AE-439F-8EF7-EC1AC145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61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590A3-F42D-ED9C-3E3C-348163C0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A444F-B307-79F0-479B-4E6B3DE22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227B57-561F-3C93-52DD-B0325F752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90BAAE-799A-1481-FB32-9621B52E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DBAECC-C422-A71C-FC3F-0EB85CCE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3CBD7A-CBEB-5ED3-265A-FA6ECA6E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17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4A3-23A9-7A06-5D24-2B41171B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F2698A-C779-CAF0-73CA-C44BB515E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238AE0-A885-8079-7254-A625AC3B9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B09AEF-857E-B44C-81FB-BD9765316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AB1AC5-40DC-63F5-7D39-39AD9A9D5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61E932-9A93-59EE-3C72-4FBB175F5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1A63310-2FCC-1C05-E7C6-930892E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096D98-20B7-8971-B087-DCDD8439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58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D5D32-EA8C-3866-6C8E-D9F87D49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118DE3-4B66-75AE-92E0-43C9433F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52702D-D6D1-7370-DF3C-304018D2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4DE303-70B1-E5D8-1BFE-19141A4F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81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F058E8-54C4-8C26-AC04-E37E2202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DFC50B-282A-9561-6FD5-9EA95AEA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9F3253-ECEF-CEE4-EBBB-2FD41960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8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0CD5D-F344-DF24-D678-326FCEF5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4211BC-D3FC-E7A0-33D4-6A78BDA29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601691-E150-5E57-458E-F3CC37815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77FE60-7F45-5B3F-FE70-7075592C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A48369-28CC-3071-7BFB-3A229254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C4F89-520B-A835-151A-9D3210EF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849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EED47-52D6-6339-9E98-7BA0DE23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6A00A4-FF0C-75BD-6642-D6954A0E4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B9A769-ADE4-BFA5-DBA2-42A79038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6E75A-EDF1-00EA-2118-BAA97C324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71CD9C-EF4F-FE95-5E0B-ABB1537B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98CDA0-8E6E-C491-CCB4-88E8A38A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537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76C48-F572-CEB6-278B-333A167A1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5B78EE-4646-9693-E0F5-D7A80C1F7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C4A186-4235-E15B-C4C0-35D2855B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18E733-4B95-DB76-795E-BCBC9860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0E8C09-C5C0-FBC5-0625-7986FABE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43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588918-2531-7D48-FAF4-4BB178140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54DE1B-59F9-BC03-20F8-087AC54D5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782E38-5E15-0260-6D63-9F5D6E7E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7AF870-F9CE-A1BD-D3F5-45BDE7BA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A1E39F-62B2-AAD7-DBE3-AA915756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699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9481F7-2D0E-1D18-FED4-D6AB7834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8CD8A6-2470-3473-6512-8441108E8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93E3FE-BA30-3040-5970-1298B43C9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F53DC-0334-4FCB-B446-7A51FD6B0F9C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AACBA-5D16-D765-4B8F-AFE6765CD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BDF793-03E8-82BF-39AF-75A38306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4CDC4-B2CA-4545-AEA4-E799083BE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83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github.com/andreluizfrancabatista/minicurso-prompt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15E99A-12AF-5ECA-02DA-F3821F2C2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pt-BR" sz="4800" dirty="0"/>
              <a:t>Engenharia de prompt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097D15-A429-8027-8E7C-C1A79B416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pt-BR">
                <a:solidFill>
                  <a:srgbClr val="FFFFFF"/>
                </a:solidFill>
              </a:rPr>
              <a:t>Comunicação com modelos de IA</a:t>
            </a:r>
          </a:p>
          <a:p>
            <a:pPr algn="l"/>
            <a:r>
              <a:rPr lang="pt-BR">
                <a:solidFill>
                  <a:srgbClr val="FFFFFF"/>
                </a:solidFill>
              </a:rPr>
              <a:t>André Luiz França Batista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5121CD-0B27-0314-D291-35EDB3601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9" t="2516" r="4224"/>
          <a:stretch>
            <a:fillRect/>
          </a:stretch>
        </p:blipFill>
        <p:spPr>
          <a:xfrm>
            <a:off x="7130373" y="603115"/>
            <a:ext cx="4007797" cy="54134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2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Prompt Engineering?">
            <a:extLst>
              <a:ext uri="{FF2B5EF4-FFF2-40B4-BE49-F238E27FC236}">
                <a16:creationId xmlns:a16="http://schemas.microsoft.com/office/drawing/2014/main" id="{F0B94801-2E19-4C0C-573F-6E3C9CD32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433" y="0"/>
            <a:ext cx="121807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F9571BD-BED2-267F-23F8-6A6098EA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O que é um prompt?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E547DA3-08C7-FB80-567C-BB04C4A2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4788" cy="4827102"/>
          </a:xfrm>
        </p:spPr>
        <p:txBody>
          <a:bodyPr>
            <a:normAutofit/>
          </a:bodyPr>
          <a:lstStyle/>
          <a:p>
            <a:pPr fontAlgn="base">
              <a:lnSpc>
                <a:spcPct val="110000"/>
              </a:lnSpc>
            </a:pPr>
            <a:r>
              <a:rPr lang="pt-BR" dirty="0">
                <a:solidFill>
                  <a:schemeClr val="bg1"/>
                </a:solidFill>
              </a:rPr>
              <a:t>Prompt é toda instrução ou entrada de texto enviada a uma IA generativa</a:t>
            </a:r>
          </a:p>
          <a:p>
            <a:pPr fontAlgn="base">
              <a:lnSpc>
                <a:spcPct val="110000"/>
              </a:lnSpc>
            </a:pPr>
            <a:r>
              <a:rPr lang="pt-BR" dirty="0">
                <a:solidFill>
                  <a:schemeClr val="bg1"/>
                </a:solidFill>
              </a:rPr>
              <a:t>É a única interface entre você e o modelo</a:t>
            </a:r>
          </a:p>
          <a:p>
            <a:pPr fontAlgn="base">
              <a:lnSpc>
                <a:spcPct val="110000"/>
              </a:lnSpc>
            </a:pPr>
            <a:r>
              <a:rPr lang="pt-BR" dirty="0">
                <a:solidFill>
                  <a:schemeClr val="bg1"/>
                </a:solidFill>
              </a:rPr>
              <a:t>A qualidade do prompt determina a qualidade da resposta</a:t>
            </a:r>
          </a:p>
          <a:p>
            <a:pPr fontAlgn="base">
              <a:lnSpc>
                <a:spcPct val="110000"/>
              </a:lnSpc>
            </a:pPr>
            <a:r>
              <a:rPr lang="pt-BR" dirty="0">
                <a:solidFill>
                  <a:schemeClr val="bg1"/>
                </a:solidFill>
              </a:rPr>
              <a:t>IA não lê mentes — ela processa exatamente o que recebe</a:t>
            </a:r>
          </a:p>
        </p:txBody>
      </p:sp>
    </p:spTree>
    <p:extLst>
      <p:ext uri="{BB962C8B-B14F-4D97-AF65-F5344CB8AC3E}">
        <p14:creationId xmlns:p14="http://schemas.microsoft.com/office/powerpoint/2010/main" val="33834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25025-4303-0680-7703-4F5342AB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DDDD7C-D1F7-1C3A-DDAD-251A95C2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5E85BC-BE3F-FFA0-BDD0-C1254C322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"/>
            <a:ext cx="121920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90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A225DB6-94DE-F977-913F-D2FB0836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0205" y="1147864"/>
            <a:ext cx="8171589" cy="4562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702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28322A-2128-889F-E28E-F7ECA457D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1399" y="1148400"/>
            <a:ext cx="6629201" cy="456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4779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7BB9F4A-825B-4084-ECE6-B851F7D1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Demonstração prática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CFE9A21-14F1-A8F7-3076-0F5244EC0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46836" y="2803920"/>
            <a:ext cx="5400000" cy="3010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EED1DF6-DCFE-B03E-C642-029B74BF9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5164" y="2452919"/>
            <a:ext cx="5400000" cy="3712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6646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F9EA5C-1D04-A64B-A40B-CA415A0E2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2" y="2327063"/>
            <a:ext cx="5456224" cy="43828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C5FCBF2-C38D-ACB7-633B-1F6F006C5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934" y="255946"/>
            <a:ext cx="5400000" cy="38975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B905194-751E-EA1A-409A-E8D98657B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934" y="4518498"/>
            <a:ext cx="5456224" cy="14666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C228907-0459-8BC8-AD89-D93B35611C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71" y="1419985"/>
            <a:ext cx="5087566" cy="7847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033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114A70-079B-CD2C-0CA8-4BFFD670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Técnicas de prompt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1FA6204-E231-3379-C2AF-69987B93D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025" y="1966293"/>
            <a:ext cx="753994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2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03A4CF-69B9-8A91-C441-FBD0568B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Few-shot prompting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23D1C21-2136-09BA-47E7-F45EC8200A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99941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13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E727448-B2A4-B2C5-AFF8-56DDF6C57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83" y="904672"/>
            <a:ext cx="9183634" cy="504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622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2A48A-C073-3DBF-68E2-3B952902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A85658-52D6-9496-BFF5-13E24EBF6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3C38E-FF2E-9753-C52F-816BC6B5F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637419-8350-2F30-0B3F-DD60F4A8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Chain </a:t>
            </a:r>
            <a:r>
              <a:rPr lang="pt-BR" dirty="0" err="1">
                <a:solidFill>
                  <a:schemeClr val="bg1"/>
                </a:solidFill>
              </a:rPr>
              <a:t>of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verification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0E83F7CF-8162-9EA3-CBF6-E4735391D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9500AFC-4792-1B64-EC1C-00DDDB4A6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D0D401-9BB9-54A5-216F-2A96A867F7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D7E9AAB3-6B76-70E6-B716-39AA4B1E8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E06AFF-EC97-BF37-AED6-9FB7D3D68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F09628D-4C15-3CF0-80A7-EFB924830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D62F87F-F9E4-D411-E2F6-F0DDF2A38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18D312-B4B4-FD5E-3A4C-0F895F273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365E6D4-FBE9-E1DB-610F-573481BA0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8E58C0C-D887-557E-1F84-9419BB528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8E63005-1640-D520-0C91-AD7C2CA9D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329E058-FDA1-F780-43FC-EEDF7ADE8A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BEE345-D6C7-19C9-06BA-1296A9A16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6169269-1807-7B69-1089-5D19404BD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AADD8A0-568D-CC62-B4A7-B900C723E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9187C29-CA09-40C8-2AA2-222E787E1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7952FCE-FF31-7F10-5DA9-DF18A0493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697840-F56C-9E48-5DB9-61B46EF8A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26E14E9-DD7E-0364-EBA6-A21BD9A31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7C8DD1A-7F0C-0F16-D27C-5EC19F364A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086502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3615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B16C04-D3AC-EC0F-A8B4-4E5D7871C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21326"/>
            <a:ext cx="9000000" cy="5015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264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79695D-D938-432F-E1DF-816BD218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Memory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injection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CE2E476-5464-259D-9175-0AECE1999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71087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208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17C3F64-9B4A-4035-0EF5-7C0E849C2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645824"/>
            <a:ext cx="9000000" cy="5566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9591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C4FE37-88FD-632D-E0DA-3A09B3D0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Reverse prompting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237662D-D129-FB49-2F46-3147E2566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50171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1794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CBD0EF7-DD2E-BAF8-6772-61E81C4E2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8" y="733049"/>
            <a:ext cx="9000000" cy="55010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4126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68B6F-A212-3A11-B78D-7BA01BB8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589311-E973-7FCE-5FBB-C6B1DFF80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98A6E8-5A99-E38B-8131-95679A7DF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8E4787-E35C-4C96-0D20-25A93184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Constraint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cascade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E0268DDE-A284-5D7F-6E54-88F8BFD4C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4B196-4E56-340D-7AC7-02D81A336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AA59C22-0685-C6B7-30BA-6ED005BC5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A3F75CDD-3205-EF49-D3C6-57539DB46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BAB64C-8E71-CAD2-4D8E-C0FB620CE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B127D68-EE15-49BF-D9FB-334814D7C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390E59-9ECA-C4BA-2A38-51827DEAE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EB24A22-CAC9-7BF4-874D-22314C2F5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D20DE7-9584-EAA6-D96A-BCED655C6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DF9969B-CFCA-E943-A33C-8D5D724C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E853294-8C9B-5D2D-30D4-8CB4F33EF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CB73AF-8B6F-FC1F-AA70-F4F57017A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1BF282D-A911-F131-C293-B76D13810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35FCB41-93B0-EFD7-2DE9-8F0B7BB00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725D5D-07C8-B6E5-8673-72E573DEE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FDE6D36-B624-6F76-487A-ACDD491CF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0178D32-2C52-6BE2-8515-0AA198826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6283B26-1A30-4685-E091-068075747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57AE0F5-E0D3-3C4D-9A4F-C7F9C3134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747FCB2-B5A0-16E4-737C-263352731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32267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1660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07CC039-7990-E11C-807D-6DBF564C4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933101"/>
            <a:ext cx="11460174" cy="49917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452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B6B1D1-6125-F138-DDC1-705707BE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Verification loop</a:t>
            </a:r>
          </a:p>
        </p:txBody>
      </p:sp>
      <p:grpSp>
        <p:nvGrpSpPr>
          <p:cNvPr id="4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8E9ED13-AFE2-96C7-F501-03CDEB085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94426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1387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9AF650-B05B-A45E-914E-0B3EF8781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1128390"/>
            <a:ext cx="9000000" cy="49118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4242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377ABB-1CC5-F869-B504-B5FB21EDA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Técnica KERNEL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B25F8AC4-3AA7-F09F-0BDC-0BF055D6E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7749" y="1675227"/>
            <a:ext cx="691650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08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0535EA-C075-86B0-0343-9751151A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KERNEL: elementos estruturais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2D6CE6F-B53B-8A26-BE2E-F5AE8F792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909415"/>
            <a:ext cx="10905066" cy="392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6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E844307-F11C-745B-787B-89724C893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82" y="690180"/>
            <a:ext cx="9000000" cy="56930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7310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3A152B-9091-C0AF-6485-22CA7BC80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Boas práticas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0852B48-E583-8C0B-88A2-FDA00AFEE0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6333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002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61644B-B64E-6051-41D1-88579DB7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Obrigado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AE5FFA7-EBFF-A292-BC47-3EC754D0D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41499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7885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B2921-35B4-0B12-CDFD-BBF06FB9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956" y="4970835"/>
            <a:ext cx="10131493" cy="1001949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Consolas" panose="020B0609020204030204" pitchFamily="49" charset="0"/>
                <a:hlinkClick r:id="rId2"/>
              </a:rPr>
              <a:t>https://github.com/andreluizfrancabatista/minicurso-prompt</a:t>
            </a:r>
            <a:endParaRPr lang="pt-BR" sz="2400" dirty="0">
              <a:latin typeface="Consolas" panose="020B0609020204030204" pitchFamily="49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E53ACB-8164-A013-F7EB-4133C094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5956" y="5972784"/>
            <a:ext cx="10131494" cy="505837"/>
          </a:xfrm>
        </p:spPr>
        <p:txBody>
          <a:bodyPr/>
          <a:lstStyle/>
          <a:p>
            <a:r>
              <a:rPr lang="pt-BR" dirty="0"/>
              <a:t>Repositório</a:t>
            </a:r>
          </a:p>
        </p:txBody>
      </p:sp>
      <p:pic>
        <p:nvPicPr>
          <p:cNvPr id="5122" name="Picture 2" descr="Link - ícones de interface grátis">
            <a:extLst>
              <a:ext uri="{FF2B5EF4-FFF2-40B4-BE49-F238E27FC236}">
                <a16:creationId xmlns:a16="http://schemas.microsoft.com/office/drawing/2014/main" id="{2C1D18B8-DFCF-A2DA-4A2E-3F060FF60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00" y="5543956"/>
            <a:ext cx="857655" cy="85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on't forget - “Thank You” : r/ChatGPT">
            <a:extLst>
              <a:ext uri="{FF2B5EF4-FFF2-40B4-BE49-F238E27FC236}">
                <a16:creationId xmlns:a16="http://schemas.microsoft.com/office/drawing/2014/main" id="{5C186D0D-07F4-3495-6693-7B08347E0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106" y="90589"/>
            <a:ext cx="4863830" cy="497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5913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747</Words>
  <Application>Microsoft Office PowerPoint</Application>
  <PresentationFormat>Widescreen</PresentationFormat>
  <Paragraphs>72</Paragraphs>
  <Slides>26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Consolas</vt:lpstr>
      <vt:lpstr>Tema do Office</vt:lpstr>
      <vt:lpstr>Engenharia de prompt</vt:lpstr>
      <vt:lpstr>O que é um prompt?</vt:lpstr>
      <vt:lpstr>Apresentação do PowerPoint</vt:lpstr>
      <vt:lpstr>Apresentação do PowerPoint</vt:lpstr>
      <vt:lpstr>Apresentação do PowerPoint</vt:lpstr>
      <vt:lpstr>Demonstração prática</vt:lpstr>
      <vt:lpstr>Apresentação do PowerPoint</vt:lpstr>
      <vt:lpstr>Técnicas de prompt</vt:lpstr>
      <vt:lpstr>Few-shot prompting</vt:lpstr>
      <vt:lpstr>Apresentação do PowerPoint</vt:lpstr>
      <vt:lpstr>Chain of verification</vt:lpstr>
      <vt:lpstr>Apresentação do PowerPoint</vt:lpstr>
      <vt:lpstr>Memory injection</vt:lpstr>
      <vt:lpstr>Apresentação do PowerPoint</vt:lpstr>
      <vt:lpstr>Reverse prompting</vt:lpstr>
      <vt:lpstr>Apresentação do PowerPoint</vt:lpstr>
      <vt:lpstr>Constraint cascade</vt:lpstr>
      <vt:lpstr>Apresentação do PowerPoint</vt:lpstr>
      <vt:lpstr>Verification loop</vt:lpstr>
      <vt:lpstr>Apresentação do PowerPoint</vt:lpstr>
      <vt:lpstr>Técnica KERNEL</vt:lpstr>
      <vt:lpstr>KERNEL: elementos estruturais</vt:lpstr>
      <vt:lpstr>Apresentação do PowerPoint</vt:lpstr>
      <vt:lpstr>Boas práticas</vt:lpstr>
      <vt:lpstr>Obrigado</vt:lpstr>
      <vt:lpstr>https://github.com/andreluizfrancabatista/minicurso-prompt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Luiz</dc:creator>
  <cp:lastModifiedBy>André Luiz</cp:lastModifiedBy>
  <cp:revision>11</cp:revision>
  <dcterms:created xsi:type="dcterms:W3CDTF">2026-04-14T17:59:14Z</dcterms:created>
  <dcterms:modified xsi:type="dcterms:W3CDTF">2026-04-14T19:31:39Z</dcterms:modified>
</cp:coreProperties>
</file>